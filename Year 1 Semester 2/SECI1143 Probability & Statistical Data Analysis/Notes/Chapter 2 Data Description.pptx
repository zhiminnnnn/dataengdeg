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handoutMasterIdLst>
    <p:handoutMasterId r:id="rId94"/>
  </p:handoutMasterIdLst>
  <p:sldIdLst>
    <p:sldId id="350" r:id="rId2"/>
    <p:sldId id="373" r:id="rId3"/>
    <p:sldId id="258" r:id="rId4"/>
    <p:sldId id="374" r:id="rId5"/>
    <p:sldId id="375" r:id="rId6"/>
    <p:sldId id="259" r:id="rId7"/>
    <p:sldId id="376" r:id="rId8"/>
    <p:sldId id="377" r:id="rId9"/>
    <p:sldId id="378" r:id="rId10"/>
    <p:sldId id="379" r:id="rId11"/>
    <p:sldId id="380" r:id="rId12"/>
    <p:sldId id="348" r:id="rId13"/>
    <p:sldId id="381" r:id="rId14"/>
    <p:sldId id="395" r:id="rId15"/>
    <p:sldId id="396" r:id="rId16"/>
    <p:sldId id="394" r:id="rId17"/>
    <p:sldId id="391" r:id="rId18"/>
    <p:sldId id="392" r:id="rId19"/>
    <p:sldId id="393" r:id="rId20"/>
    <p:sldId id="397" r:id="rId21"/>
    <p:sldId id="398" r:id="rId22"/>
    <p:sldId id="390" r:id="rId23"/>
    <p:sldId id="399" r:id="rId24"/>
    <p:sldId id="355" r:id="rId25"/>
    <p:sldId id="356" r:id="rId26"/>
    <p:sldId id="400" r:id="rId27"/>
    <p:sldId id="401" r:id="rId28"/>
    <p:sldId id="358" r:id="rId29"/>
    <p:sldId id="359" r:id="rId30"/>
    <p:sldId id="360" r:id="rId31"/>
    <p:sldId id="361" r:id="rId32"/>
    <p:sldId id="362" r:id="rId33"/>
    <p:sldId id="363" r:id="rId34"/>
    <p:sldId id="27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402" r:id="rId43"/>
    <p:sldId id="403" r:id="rId44"/>
    <p:sldId id="372" r:id="rId45"/>
    <p:sldId id="404" r:id="rId46"/>
    <p:sldId id="405" r:id="rId47"/>
    <p:sldId id="406" r:id="rId48"/>
    <p:sldId id="407" r:id="rId49"/>
    <p:sldId id="408" r:id="rId50"/>
    <p:sldId id="409" r:id="rId51"/>
    <p:sldId id="410" r:id="rId52"/>
    <p:sldId id="411" r:id="rId53"/>
    <p:sldId id="412" r:id="rId54"/>
    <p:sldId id="413" r:id="rId55"/>
    <p:sldId id="414" r:id="rId56"/>
    <p:sldId id="415" r:id="rId57"/>
    <p:sldId id="416" r:id="rId58"/>
    <p:sldId id="417" r:id="rId59"/>
    <p:sldId id="295" r:id="rId60"/>
    <p:sldId id="418" r:id="rId61"/>
    <p:sldId id="419" r:id="rId62"/>
    <p:sldId id="420" r:id="rId63"/>
    <p:sldId id="421" r:id="rId64"/>
    <p:sldId id="422" r:id="rId65"/>
    <p:sldId id="423" r:id="rId66"/>
    <p:sldId id="304" r:id="rId67"/>
    <p:sldId id="424" r:id="rId68"/>
    <p:sldId id="425" r:id="rId69"/>
    <p:sldId id="426" r:id="rId70"/>
    <p:sldId id="427" r:id="rId71"/>
    <p:sldId id="384" r:id="rId72"/>
    <p:sldId id="385" r:id="rId73"/>
    <p:sldId id="428" r:id="rId74"/>
    <p:sldId id="429" r:id="rId75"/>
    <p:sldId id="430" r:id="rId76"/>
    <p:sldId id="387" r:id="rId77"/>
    <p:sldId id="388" r:id="rId78"/>
    <p:sldId id="389" r:id="rId79"/>
    <p:sldId id="431" r:id="rId80"/>
    <p:sldId id="432" r:id="rId81"/>
    <p:sldId id="433" r:id="rId82"/>
    <p:sldId id="434" r:id="rId83"/>
    <p:sldId id="321" r:id="rId84"/>
    <p:sldId id="435" r:id="rId85"/>
    <p:sldId id="436" r:id="rId86"/>
    <p:sldId id="437" r:id="rId87"/>
    <p:sldId id="382" r:id="rId88"/>
    <p:sldId id="438" r:id="rId89"/>
    <p:sldId id="439" r:id="rId90"/>
    <p:sldId id="440" r:id="rId91"/>
    <p:sldId id="383" r:id="rId9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76" d="100"/>
          <a:sy n="76" d="100"/>
        </p:scale>
        <p:origin x="84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440"/>
    </p:cViewPr>
  </p:sorterViewPr>
  <p:notesViewPr>
    <p:cSldViewPr>
      <p:cViewPr varScale="1">
        <p:scale>
          <a:sx n="45" d="100"/>
          <a:sy n="45" d="100"/>
        </p:scale>
        <p:origin x="276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Book2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cat>
            <c:strRef>
              <c:f>Sheet1!$C$2:$C$6</c:f>
              <c:strCache>
                <c:ptCount val="5"/>
                <c:pt idx="0">
                  <c:v>Professor</c:v>
                </c:pt>
                <c:pt idx="1">
                  <c:v>Associate Professor</c:v>
                </c:pt>
                <c:pt idx="2">
                  <c:v>Senior Lecturer</c:v>
                </c:pt>
                <c:pt idx="3">
                  <c:v>Lecturer</c:v>
                </c:pt>
                <c:pt idx="4">
                  <c:v>Tutor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20</c:v>
                </c:pt>
                <c:pt idx="2">
                  <c:v>59</c:v>
                </c:pt>
                <c:pt idx="3">
                  <c:v>40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D5-6942-8C0D-C7814BE3D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2637184"/>
        <c:axId val="172643072"/>
      </c:barChart>
      <c:catAx>
        <c:axId val="1726371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 b="1"/>
            </a:pPr>
            <a:endParaRPr lang="en-US"/>
          </a:p>
        </c:txPr>
        <c:crossAx val="172643072"/>
        <c:crosses val="autoZero"/>
        <c:auto val="1"/>
        <c:lblAlgn val="ctr"/>
        <c:lblOffset val="100"/>
        <c:noMultiLvlLbl val="0"/>
      </c:catAx>
      <c:valAx>
        <c:axId val="1726430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2637184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2680320"/>
        <c:axId val="172681856"/>
        <c:axId val="0"/>
      </c:bar3DChart>
      <c:catAx>
        <c:axId val="172680320"/>
        <c:scaling>
          <c:orientation val="minMax"/>
        </c:scaling>
        <c:delete val="0"/>
        <c:axPos val="b"/>
        <c:majorTickMark val="out"/>
        <c:minorTickMark val="none"/>
        <c:tickLblPos val="nextTo"/>
        <c:crossAx val="172681856"/>
        <c:crosses val="autoZero"/>
        <c:auto val="1"/>
        <c:lblAlgn val="ctr"/>
        <c:lblOffset val="100"/>
        <c:noMultiLvlLbl val="0"/>
      </c:catAx>
      <c:valAx>
        <c:axId val="1726818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72680320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Sheet1!$C$5:$C$9</c:f>
              <c:strCache>
                <c:ptCount val="5"/>
                <c:pt idx="0">
                  <c:v>Professor</c:v>
                </c:pt>
                <c:pt idx="1">
                  <c:v>Associate Professor</c:v>
                </c:pt>
                <c:pt idx="2">
                  <c:v>Senior Lecturer</c:v>
                </c:pt>
                <c:pt idx="3">
                  <c:v>Lecturer</c:v>
                </c:pt>
                <c:pt idx="4">
                  <c:v>Tutor</c:v>
                </c:pt>
              </c:strCache>
            </c:strRef>
          </c:cat>
          <c:val>
            <c:numRef>
              <c:f>Sheet1!$D$5:$D$9</c:f>
              <c:numCache>
                <c:formatCode>General</c:formatCode>
                <c:ptCount val="5"/>
                <c:pt idx="0">
                  <c:v>0.09</c:v>
                </c:pt>
                <c:pt idx="1">
                  <c:v>0.14000000000000001</c:v>
                </c:pt>
                <c:pt idx="2">
                  <c:v>0.42</c:v>
                </c:pt>
                <c:pt idx="3">
                  <c:v>0.28999999999999998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1-CC4B-BE8F-8FAAC5BB4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2891136"/>
        <c:axId val="172905216"/>
      </c:barChart>
      <c:catAx>
        <c:axId val="1728911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172905216"/>
        <c:crosses val="autoZero"/>
        <c:auto val="1"/>
        <c:lblAlgn val="ctr"/>
        <c:lblOffset val="100"/>
        <c:noMultiLvlLbl val="0"/>
      </c:catAx>
      <c:valAx>
        <c:axId val="1729052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2891136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</c:spPr>
          <c:invertIfNegative val="0"/>
          <c:cat>
            <c:strRef>
              <c:f>Sheet1!$B$5:$B$9</c:f>
              <c:strCache>
                <c:ptCount val="5"/>
                <c:pt idx="0">
                  <c:v>Professor</c:v>
                </c:pt>
                <c:pt idx="1">
                  <c:v>Associate Professor</c:v>
                </c:pt>
                <c:pt idx="2">
                  <c:v>Senior Lecturer</c:v>
                </c:pt>
                <c:pt idx="3">
                  <c:v>Lecturer</c:v>
                </c:pt>
                <c:pt idx="4">
                  <c:v>Tutor</c:v>
                </c:pt>
              </c:strCache>
            </c:strRef>
          </c:cat>
          <c:val>
            <c:numRef>
              <c:f>Sheet1!$C$5:$C$9</c:f>
              <c:numCache>
                <c:formatCode>General</c:formatCode>
                <c:ptCount val="5"/>
                <c:pt idx="0">
                  <c:v>9</c:v>
                </c:pt>
                <c:pt idx="1">
                  <c:v>14</c:v>
                </c:pt>
                <c:pt idx="2">
                  <c:v>42</c:v>
                </c:pt>
                <c:pt idx="3">
                  <c:v>29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3-4747-A939-4DDFE4AAE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2933504"/>
        <c:axId val="172935040"/>
      </c:barChart>
      <c:catAx>
        <c:axId val="17293350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172935040"/>
        <c:crosses val="autoZero"/>
        <c:auto val="1"/>
        <c:lblAlgn val="ctr"/>
        <c:lblOffset val="100"/>
        <c:noMultiLvlLbl val="0"/>
      </c:catAx>
      <c:valAx>
        <c:axId val="172935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72933504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Sheet2!$A$5:$A$7</c:f>
              <c:strCache>
                <c:ptCount val="3"/>
                <c:pt idx="0">
                  <c:v>Student loans</c:v>
                </c:pt>
                <c:pt idx="1">
                  <c:v>Parents and/or family </c:v>
                </c:pt>
                <c:pt idx="2">
                  <c:v>Scholarships</c:v>
                </c:pt>
              </c:strCache>
            </c:strRef>
          </c:cat>
          <c:val>
            <c:numRef>
              <c:f>Sheet2!$B$5:$B$7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39-1B4E-BB32-41DA8E34F39A}"/>
            </c:ext>
          </c:extLst>
        </c:ser>
        <c:ser>
          <c:idx val="1"/>
          <c:order val="1"/>
          <c:tx>
            <c:strRef>
              <c:f>Sheet2!$C$4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cat>
            <c:strRef>
              <c:f>Sheet2!$A$5:$A$7</c:f>
              <c:strCache>
                <c:ptCount val="3"/>
                <c:pt idx="0">
                  <c:v>Student loans</c:v>
                </c:pt>
                <c:pt idx="1">
                  <c:v>Parents and/or family </c:v>
                </c:pt>
                <c:pt idx="2">
                  <c:v>Scholarships</c:v>
                </c:pt>
              </c:strCache>
            </c:strRef>
          </c:cat>
          <c:val>
            <c:numRef>
              <c:f>Sheet2!$C$5:$C$7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39-1B4E-BB32-41DA8E34F3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3107072"/>
        <c:axId val="173108608"/>
      </c:barChart>
      <c:catAx>
        <c:axId val="1731070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n-US"/>
          </a:p>
        </c:txPr>
        <c:crossAx val="173108608"/>
        <c:crosses val="autoZero"/>
        <c:auto val="1"/>
        <c:lblAlgn val="ctr"/>
        <c:lblOffset val="100"/>
        <c:noMultiLvlLbl val="0"/>
      </c:catAx>
      <c:valAx>
        <c:axId val="1731086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31070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9425699912510939"/>
          <c:y val="0.42779080171796707"/>
          <c:w val="0.15574300087489065"/>
          <c:h val="0.12926688141255072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Sheet2!$B$10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Sheet2!$A$11:$A$13</c:f>
              <c:strCache>
                <c:ptCount val="3"/>
                <c:pt idx="0">
                  <c:v>Student loans</c:v>
                </c:pt>
                <c:pt idx="1">
                  <c:v>Parents and/or family </c:v>
                </c:pt>
                <c:pt idx="2">
                  <c:v>Scholarships</c:v>
                </c:pt>
              </c:strCache>
            </c:strRef>
          </c:cat>
          <c:val>
            <c:numRef>
              <c:f>Sheet2!$B$11:$B$13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B-0349-80B8-A65AD415632D}"/>
            </c:ext>
          </c:extLst>
        </c:ser>
        <c:ser>
          <c:idx val="1"/>
          <c:order val="1"/>
          <c:tx>
            <c:strRef>
              <c:f>Sheet2!$C$10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cat>
            <c:strRef>
              <c:f>Sheet2!$A$11:$A$13</c:f>
              <c:strCache>
                <c:ptCount val="3"/>
                <c:pt idx="0">
                  <c:v>Student loans</c:v>
                </c:pt>
                <c:pt idx="1">
                  <c:v>Parents and/or family </c:v>
                </c:pt>
                <c:pt idx="2">
                  <c:v>Scholarships</c:v>
                </c:pt>
              </c:strCache>
            </c:strRef>
          </c:cat>
          <c:val>
            <c:numRef>
              <c:f>Sheet2!$C$11:$C$13</c:f>
              <c:numCache>
                <c:formatCode>General</c:formatCode>
                <c:ptCount val="3"/>
                <c:pt idx="0">
                  <c:v>0.5</c:v>
                </c:pt>
                <c:pt idx="1">
                  <c:v>0.33333333333333298</c:v>
                </c:pt>
                <c:pt idx="2">
                  <c:v>0.16666666666666699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B-0349-80B8-A65AD41563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3121536"/>
        <c:axId val="173123072"/>
      </c:barChart>
      <c:catAx>
        <c:axId val="1731215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n-US"/>
          </a:p>
        </c:txPr>
        <c:crossAx val="173123072"/>
        <c:crosses val="autoZero"/>
        <c:auto val="1"/>
        <c:lblAlgn val="ctr"/>
        <c:lblOffset val="100"/>
        <c:noMultiLvlLbl val="0"/>
      </c:catAx>
      <c:valAx>
        <c:axId val="1731230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3121536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MY" dirty="0"/>
              <a:t>Number</a:t>
            </a:r>
            <a:r>
              <a:rPr lang="en-MY" baseline="0" dirty="0"/>
              <a:t> of Students for Year 2013/2014 Intake</a:t>
            </a:r>
            <a:endParaRPr lang="en-MY" dirty="0"/>
          </a:p>
        </c:rich>
      </c:tx>
      <c:overlay val="0"/>
    </c:title>
    <c:autoTitleDeleted val="0"/>
    <c:view3D>
      <c:rotX val="75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explosion val="25"/>
          <c:dPt>
            <c:idx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F021-7842-9B90-2BD0E0095160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3-F021-7842-9B90-2BD0E0095160}"/>
              </c:ext>
            </c:extLst>
          </c:dPt>
          <c:dPt>
            <c:idx val="3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5-F021-7842-9B90-2BD0E0095160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Sheet1!$N$19:$N$22</c:f>
              <c:strCache>
                <c:ptCount val="4"/>
                <c:pt idx="0">
                  <c:v>SCSB</c:v>
                </c:pt>
                <c:pt idx="1">
                  <c:v>SCSJ</c:v>
                </c:pt>
                <c:pt idx="2">
                  <c:v>SCSR</c:v>
                </c:pt>
                <c:pt idx="3">
                  <c:v>SCSV</c:v>
                </c:pt>
              </c:strCache>
            </c:strRef>
          </c:cat>
          <c:val>
            <c:numRef>
              <c:f>Sheet1!$O$19:$O$22</c:f>
              <c:numCache>
                <c:formatCode>0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21-7842-9B90-2BD0E0095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>
        <c:manualLayout>
          <c:xMode val="edge"/>
          <c:yMode val="edge"/>
          <c:x val="0.68737433188783237"/>
          <c:y val="0.3687986805703341"/>
          <c:w val="0.13661001749781301"/>
          <c:h val="0.33486876640420099"/>
        </c:manualLayout>
      </c:layout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MY" sz="1800" b="1" i="0" baseline="0" dirty="0">
                <a:effectLst/>
              </a:rPr>
              <a:t>Percentage of Number of Students for Year 2013/2014 Intake</a:t>
            </a:r>
            <a:endParaRPr lang="en-MY" dirty="0">
              <a:effectLst/>
            </a:endParaRP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CA0C-AB4D-8F45-0C39C357560C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3-CA0C-AB4D-8F45-0C39C357560C}"/>
              </c:ext>
            </c:extLst>
          </c:dPt>
          <c:dPt>
            <c:idx val="3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5-CA0C-AB4D-8F45-0C39C357560C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A0C-AB4D-8F45-0C39C357560C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A0C-AB4D-8F45-0C39C357560C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A0C-AB4D-8F45-0C39C357560C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A0C-AB4D-8F45-0C39C357560C}"/>
                </c:ext>
              </c:extLst>
            </c:dLbl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Sheet1!$D$21:$D$24</c:f>
              <c:strCache>
                <c:ptCount val="4"/>
                <c:pt idx="0">
                  <c:v>SCSB</c:v>
                </c:pt>
                <c:pt idx="1">
                  <c:v>SCSJ</c:v>
                </c:pt>
                <c:pt idx="2">
                  <c:v>SCSR</c:v>
                </c:pt>
                <c:pt idx="3">
                  <c:v>SCSV</c:v>
                </c:pt>
              </c:strCache>
            </c:strRef>
          </c:cat>
          <c:val>
            <c:numRef>
              <c:f>Sheet1!$E$21:$E$24</c:f>
              <c:numCache>
                <c:formatCode>0%</c:formatCode>
                <c:ptCount val="4"/>
                <c:pt idx="0">
                  <c:v>0.2</c:v>
                </c:pt>
                <c:pt idx="1">
                  <c:v>0.4</c:v>
                </c:pt>
                <c:pt idx="2">
                  <c:v>0.2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A0C-AB4D-8F45-0C39C3575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9586494869959423"/>
          <c:y val="0.45447309711286088"/>
          <c:w val="0.1107007078660622"/>
          <c:h val="0.28438713910761154"/>
        </c:manualLayout>
      </c:layout>
      <c:overlay val="0"/>
    </c:legend>
    <c:plotVisOnly val="1"/>
    <c:dispBlanksAs val="zero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AD734F-C671-4747-983B-4FB51CB05965}" type="datetimeFigureOut">
              <a:rPr lang="en-US" altLang="x-none"/>
              <a:pPr/>
              <a:t>3/26/2026</a:t>
            </a:fld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460C7FE-CAF7-1049-A6F8-A686B87D800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077403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04T02:22:09.6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1154 9631 44 0,'0'0'433'0,"0"4"-12"0,0-4-78 15,0 0-69-15,-8 0-43 0,8 0-10 0,-6 0 5 16,6-4 4-16,0 4-3 0,-6 0-10 0,6 0-17 16,0 0-17-16,0 0-25 0,0 0-31 0,0 0-34 15,0 0-25-15,0 4-19 0,0-4-16 0,0 0-9 16,0 0-13-16,0 0-21 0,0 0-32 0,0 0-44 15,0 0-54-15,0 0-61 0,0-4-84 0,-6 4-93 0,-1-5-108 16,-6 3-77-16,0-2-33 0,6-4 6 0</inkml:trace>
  <inkml:trace contextRef="#ctx0" brushRef="#br1" timeOffset="12182.24">2547 9026 317 0,'-6'4'313'16,"6"-4"-77"-16,-7 0-60 0,7 4-35 0,-8-4-14 15,8 0-5-15,0 0-5 0,0 0-7 0,0 0-18 16,0 0-17-16,0 0-19 0,0 0-18 0,8 0-12 16,-1 0-9-16,-1 0-5 0,1 4-2 0,-1-4-8 15,0 0-14-15,1 0-19 0,0 0-29 0,-7 0-37 16,0-4-44-16,-7 4-50 0,0 0-64 0,-5-4-75 16,-8 0-50-16,7 2-21 0</inkml:trace>
  <inkml:trace contextRef="#ctx0" brushRef="#br1" timeOffset="13115.77">3687 8591 204 0,'0'0'223'0,"0"-4"-27"0,0 4-14 0,0 0-6 16,0 0-1-16,0-4-1 0,0 4-6 0,0 0-7 16,0 0-12-16,0 0-8 0,5 0-9 0,-5 0-4 15,0 0 1-15,0 0 11 0,0 0 12 0,0 0 7 16,0 0 5-16,-5 0-2 0,5 4-3 15,0 0-4-15,-6-1-11 0,6 2-18 0,0 1-19 16,-8 5-14-16,1-1-15 0,7 6-13 0,-12-1-13 16,6-1-14-16,-7 4-10 0,0 0-7 0,5 5-3 15,-4-2-11-15,-1-2 1 0,0 4-1 0,0-2-1 16,7-3-1-16,-1 1-1 0,-6-1 1 0,13-4-4 16,-6 2 2-16,-1-2-9 0,0-3-12 0,1 0-20 15,6-3-28-15,-7-1-41 0,7 0-51 0,0-3-46 16,0-4-50-16,7 0-59 0,-1 0-52 0,-6-4-42 15,0-3-26-15,0 3-22 0,0-7-13 16,7 0-11-16,6 0 18 0</inkml:trace>
  <inkml:trace contextRef="#ctx0" brushRef="#br1" timeOffset="13700.27">3823 8503 36 0,'-12'-8'118'0,"-2"1"-24"0,1 3-17 0,1-4-10 15,-8 1 1-15,7 1 3 0,0-2 1 16,0 4 7-16,0-3 6 0,0 0 7 0,-1 2 9 0,2 2 12 15,-1 0 5-15,0-1 3 0,0 0 2 0,-1 1 0 16,2 3-6-16,-2 0-11 0,-5 0-12 16,6 3-15-16,-6 1-11 0,-1 0-11 0,0-1-11 15,1 5-8-15,-7-4-5 0,0 2-1 0,6 2 1 16,-6 0 2-16,0 3 1 0,6-1 3 16,-6 1 4-16,7 0 2 0,-7 4 2 0,6 0 0 15,1-1-1-15,-1 4 1 0,8 1-1 0,-2-1-4 16,2 3-7-16,-2 2-6 0,1 3-8 0,7-4-4 15,-8 7-4-15,14-4-5 0,-6 5-3 0,12-4-5 16,-6 3 0-16,7 1-1 0,6-5 1 0,0 4-1 16,7-3-1-16,0-4 2 0,5 0-1 0,1 0 1 15,7-4 0-15,-1 1 0 0,1-5 5 0,6-3 4 16,-6 0 8-16,-1 0 7 0,7-4 8 0,-6-3 6 16,6 0 9-16,-7-4 7 0,0 0 6 0,2-8 3 15,5 1-2-15,-7-4 1 0,1-3-2 0,-1-1-2 16,1-3-5-16,-7-4-4 0,0-1-6 15,-7-2-5-15,0 0-7 0,-5-5-5 0,-7-3-7 16,-2 4-4-16,-5-4-2 0,0 0-5 0,0-1-4 16,-5 9-3-16,-2-1-1 0,0 4 0 0,0 4 2 15,-4 0 0-15,3 7-4 0,2 0-3 0,0 0-8 16,-1 7-16-16,-6-2-27 0,6 1-41 0,7 2-43 16,-6 3-43-16,6-4-59 0,0 4-65 0,0 0-60 15,-6 4-65-15,6-1-66 0,0 4-19 0,0 1 4 16</inkml:trace>
  <inkml:trace contextRef="#ctx0" brushRef="#br1" timeOffset="17882.66">6579 8594 41 0,'-7'0'83'0,"7"0"-20"0,0-3-12 15,0 3-6-15,0 0-1 0,0 0 0 0,0 0 5 16,0 0 2-16,0 0 5 0,0 0 6 0,-7 0 6 16,7 0 6-16,0 0 5 0,0 0 3 0,0 0 0 15,0-4-4-15,0 4-7 0,-6 0-10 0,6 0-11 16,-6 0-16-16,6-4-19 0,0 4-23 15,-7 0-25-15,7 0-25 0,-7 0-25 0,7 0-24 0,0 0-23 16,0 0-21-16,0 0-26 0,0 0-31 16,-6 0-30-16</inkml:trace>
  <inkml:trace contextRef="#ctx0" brushRef="#br1" timeOffset="18867.23">5068 8550 132 0,'5'0'147'0,"2"-7"-25"16,-7 3-9-16,7 1-1 0,-7-1 4 0,7 0 1 15,-7-3 0-15,0 4 1 0,0-2-1 0,0-2-1 16,0 4-3-16,0-1-5 0,-7 0-5 0,0 1-6 16,7-1-7-16,-7 0-5 0,2 1-6 0,-9 3-7 15,7-5-4-15,-5 5-5 0,5 0-3 0,-6 0-8 16,-7 0-5-16,8 5-8 0,-8-5-4 0,1 3-7 15,-1 1-8-15,0 3-4 0,-5 1-6 0,5-1-2 16,0 1-1-16,1 2 0 0,-1 5-2 16,-6-1-1-16,7 5 3 0,-1-1 0 0,7 4 4 15,7-3 1-15,6 3 0 0,0-1 0 0,0-2 0 16,6 3-1-16,1-4-2 0,6 1-2 0,-7-1 0 16,8 1-4-16,5-5-2 0,-6 0 0 15,6-3 1-15,1 0-1 0,0-3 1 0,-1-2 2 16,1-1 3-16,6-1 5 0,-7-8 5 0,7 4 4 15,0-8 5-15,0 1 5 0,1-4 8 0,-1-4 10 16,0 1 7-16,-1 0 7 0,-5-9 5 0,0 4 2 16,-1-2 1-16,1-5 1 0,-8 4-6 0,2-3-9 15,-1-1-6-15,-7 4-8 0,1 0-5 0,-7 3 0 16,7 1 2-16,-7 4 3 0,-7 3 1 0,0-1-4 16,1 5-1-16,-1 0-3 0,-5 0-10 0,-2 3-17 15,2 4-20-15,-8-4-25 0,0 8-35 0,1-4-42 16,5 4-47-16,-5-1-45 0,-1 1-54 0,8 3-58 15,-9 0-48-15,9 1-37 0,-8 3-43 0,14 0-39 16,0-4-5-16,6 5 17 0</inkml:trace>
  <inkml:trace contextRef="#ctx0" brushRef="#br1" timeOffset="19149.82">5778 8872 175 0,'-14'11'362'0,"-5"0"-56"16,-1 4-56-16,0-4-41 0,8 0-30 0,-8 1-23 15,7-2-25-15,1 1-30 0,-2 0-30 0,1-4-31 16,6 1-31-16,1-5-33 0,0 5-38 16,-1-8-47-16,7 3-47 0,-6-3-48 0,6 0-66 15,0 0-69-15,0-3-49 0,6-1-13 0</inkml:trace>
  <inkml:trace contextRef="#ctx0" brushRef="#br1" timeOffset="19798.72">6637 8562 15 0,'0'0'289'0,"0"-5"-42"16,-7 5-43-16,7 0-32 0,-6-3-20 0,6 3-15 15,0 0-14-15,0 3-10 0,6-3-10 16,-6 5-6-16,7-2-6 0,-7 4-1 0,6 4 5 16,1 0 9-16,-1 0 10 0,-6 0 4 0,7 4 5 15,-7 0 3-15,0 2 0 0,-7-2 0 0,7 4-3 16,0-1-8-16,-6 4-10 0,6-3-16 0,-7-1-12 16,1 4-14-16,6-4-12 0,0 0-13 0,-7 1-10 15,7-1-5-15,-6-4-6 0,6 4-2 0,0-2-3 16,0-5-1-16,0 4-3 0,-6-8-1 15,6 4-1-15,0-8-4 0,0 4-1 0,0-3-3 16,0 0-6-16,0-1-18 0,0 2-31 0,0-5-40 16,0-5-38-16,0 2-37 0,0-1-46 0,6-3-48 15,-6 3-46-15,6-3-30 0,1 0-21 0,-1 0-28 16,7-1-42-16,-6 1-10 0</inkml:trace>
  <inkml:trace contextRef="#ctx0" brushRef="#br1" timeOffset="20264.62">7262 8950 189 0,'0'3'203'15,"7"1"-27"-15,-7 0-17 0,6 3-2 0,-6 0 0 16,0 0-3-16,-6 1-5 0,6 3-9 0,-7-4-14 16,1 4-13-16,-8 0-10 0,8 4-18 15,-6-4-15-15,-2 4-14 0,1-4-14 0,0 0-10 16,0-1-9-16,1-2-11 0,4 3-13 0,2-4-16 15,0-4-21-15,-1 5-28 0,7-8-37 0,-7 4-40 16,7-4-39-16,0 0-35 0,0-4-33 0,0 1-40 16,7-5-45-16,0 1-26 0</inkml:trace>
  <inkml:trace contextRef="#ctx0" brushRef="#br1" timeOffset="20731.49">7894 8513 79 0,'0'0'175'0,"7"-3"-37"16,-1 3-20-16,1 3-9 0,-1-3 2 15,1 5 7-15,-1 2 11 0,1 0 7 0,-7 0 4 16,0 4 0-16,0 4-1 0,0-1-5 0,-7 1-9 16,7 4-10-16,-6-1-10 0,6 0-13 0,0 4-9 15,-7-4-4-15,7 0-1 0,0 5-1 16,0-4 4-16,0-1 5 0,0 0 1 0,0 0 4 16,0 0 1-16,0-3-1 0,7 3-3 0,-7-3-5 15,6-1-8-15,-6 2-8 0,0-6-10 0,0 1-9 16,7 0-7-16,-7 1-10 0,0-2-7 0,0-2-7 15,0-1-7-15,0-4-4 0,0 5-1 0,0-5-1 16,0 2-2-16,0-2-2 0,0-3-4 0,0 3-5 16,0-3-9-16,0 4-8 0,6-4-14 0,-6 0-12 15,0 0-14-15,6-4-12 0,-6 4-6 0,0 0-1 16,8 0 2-16,-8-3 4 0,0 3 6 0,0 0 6 16,0 0-1-16,0 0-2 0,0-3-5 0,0 3-13 15,0-5-22-15,0 2-30 0,0-1-39 16,0 0-35-16,-8 1-32 0,8-1-42 0,-6 4-55 15,0-3-45-15,6-1-13 0</inkml:trace>
  <inkml:trace contextRef="#ctx0" brushRef="#br1" timeOffset="21781.42">10199 8624 63 0,'8'0'102'0,"-8"0"-15"0,6 0-8 0,-6 0 2 16,6 0 3-16,-6 0 5 0,6 0 3 0,-6 0 7 15,7 0 4-15,-7 2 6 0,7-2 6 0,-1 0 4 16,-6 5 4-16,0-5 2 0,7 4 0 0,-7-1-3 16,0 1 2-16,0 3-1 0,0 1-1 0,-7-5 0 15,7 8-4-15,-13 0-4 0,6 0-6 16,-5 0-6-16,-2 4-13 0,2-4-13 0,-8 3-15 15,7-2-17-15,-7 2-25 0,8-3-33 0,-2 1-35 16,8-2-36-16,-1-3-41 0,7 1-54 0,-6-5-60 16,6 1-56-16,-6 3-55 0,-1-7-63 0,7 0-42 15,0 0-5-15</inkml:trace>
  <inkml:trace contextRef="#ctx0" brushRef="#br1" timeOffset="22748.06">8767 8872 61 0,'0'0'175'0,"0"4"-49"16,0-4-38-16,0 0-28 0,0 0-23 0,0 0-16 15,0 0-15-15,-6 0-13 0,6 4-10 0,0-4-5 16,0 0-3-16,-8 3-1 0,8-3 4 0,0 5 2 16,-6-2 8-16,6-3 6 0,0 3 6 0,0 2 7 15,-6-5 4-15,6 2 3 0,-7-2 3 0,7 0-2 16,0 0-6-16,-6 5-9 0,6-5-14 0,-7 0-19 15,1 0-25-15,-1 0-32 0,1 0-44 16</inkml:trace>
  <inkml:trace contextRef="#ctx0" brushRef="#br1" timeOffset="23247.15">8571 8913 24 0,'7'0'76'0,"-7"4"-6"0,0-4-4 16,0 0-6-16,0 0-3 0,0 0-3 0,0 0-3 15,7 0-3-15,-7 0-3 0,0 3-1 0,6-3-2 16,-6 0 3-16,0 4 7 0,0-4 5 0,0 4 9 15,0-1 11-15,0 1 14 0,0-1 14 0,-6 5 12 16,-8-1 8-16,8 4 6 0,-7 0 4 16,-7 4 6-16,8-1 3 0,-15 1-2 0,7 4-3 15,-12-1 1-15,6 0 1 0,1-4-1 0,5 5-7 16,-8-1-15-16,9-3-15 0,1 0-16 0,-2-4-16 16,7 4-18-16,-1-8-22 0,2 4-27 0,6-9-31 15,-2 7-32-15,8-6-31 0,0-3-31 0,0 0-40 16,0 0-51-16,8-3-51 0,-2-1-34 0,-6-3-21 15,6 0-24-15,0-1-39 0,-6-2-39 0,14 2 0 16</inkml:trace>
  <inkml:trace contextRef="#ctx0" brushRef="#br1" timeOffset="24013.35">9132 8539 164 0,'0'-3'176'0,"6"-1"-26"16,-6 0-17-16,0 1-8 0,0 3-2 0,0-4-3 15,0 4-2-15,0-3-3 0,0 3-8 16,0 0-7-16,0-5-8 0,0 5-9 0,0 0-9 16,0 5-4-16,0-5 0 0,0 3 2 0,0 4 10 15,6 1 12-15,-6-1 20 0,7 4 22 0,-7 0 22 16,0 3 13-16,0 1 5 0,0 0 8 0,0 2-14 15,6 3-16-15,-6 2-24 0,7-4-25 0,-7 3-27 16,7 2-20-16,-1-4-14 0,-6 2-18 0,14 2-4 16,-8-2-1-16,0 1-1 0,0-4-2 0,8 4 0 15,-8-4 1-15,1-3-1 0,-1 4-1 16,0-4 0-16,-6-1-3 0,8-3 1 0,-8 0 1 16,6 0-3-16,-6-4 2 0,0-3-2 0,0-1-1 15,0 1-1-15,0 0 3 0,0 0-3 0,0-4 0 16,0 3-2-16,0-3 0 0,0 0 0 0,6 5 0 15,-6-5 1-15,0 0-3 0,0 0 0 0,0 0-2 16,0 0 1-16,0 0-1 0,0 2-2 0,6-2 0 16,-6 0 0-16,8 0 1 0,-8 0 1 0,0 0 2 15,0 0 0-15,0 0 2 0,0 0 1 0,0 0 0 16,0 0 0-16,0 0 0 0,0 0-1 16,0 0 0-16,0 0-1 0,0 0-1 0,0 0 0 15,0 0-1-15,0 0 0 0,0 0-3 0,0 0 0 16,0 0-1-16,0 0-1 0,0 0 2 0,0 0-1 15,0 0 1-15,0 0 1 0,0 0 2 0,0 0-1 16,0 0 2-16,0 0 0 0,0 0 1 0,0 0-1 16,-8 0 0-16,8 0 1 0,0 4-1 0,-6-4 1 15,6 0-1-15,0 0 0 0,0 0-1 0,0 0-1 16,0 0 0-16,0 0-1 0,-6 0 0 0,6 0 1 16,-6 0-1-16,6 0-2 0,-8 0 0 15,8 0 0-15,-6 4 0 0,6-4-2 0,0 0-7 16,-6 0-9-16,6 0-15 0,-7 0-30 0,1 0-51 15,-8-4-71-15,14 0-65 0,-6 4-79 0,6-7-78 16,-6 4-75-16,-8-1-86 0,8 0-51 0,0 4 4 16,6-4 45-16</inkml:trace>
  <inkml:trace contextRef="#ctx0" brushRef="#br1" timeOffset="28164.1">10173 9137 111 0,'0'0'108'0,"0"0"-32"0,0 0-19 0,0 0-12 16,0 0-8-16,0 0-5 0,0 0-4 0,0 0-3 16,0 0-1-16,0 0 0 0,7 0 3 0,-7 0 2 15,0 0 6-15,7 0 6 0,-7 0 5 0,0 0 4 16,0 0 2-16,0 0 1 0,0 0-1 0,0 0-1 15,0 0-5-15,0 0-7 0,0 0-7 0,0 0-6 16,0 0-7-16,0 0-6 0,0 0-8 0,0 0-9 16,0 0-6-16,0 0-4 0,0 0-5 15,-7 0-2-15,7 0-3 0,0 0-2 0,0 0 2 16,-7 0 2-16,7 0 3 0,0 0 4 0,0 0 2 16,-6 0 0-16,6 0 1 0,-7-5 0 0,7 5-2 15,0 0-3-15,-6 0-3 0,6 0-6 0,0 0-5 16,0 0-2-16,0 0-4 0,0 0-2 0,0 0 0 15,0 0 0-15,0 0 1 0,0 0 5 0,0 0 3 16,0 0 4-16,0 0 4 0,0 0 2 0,-6 0 0 16,6 0 0-16,0 0-3 0,-7 0-4 0,7-3-5 15,-7 3-8-15,7 0-10 0,0 0-10 0,-6 0-19 16,-7 0-24-16</inkml:trace>
  <inkml:trace contextRef="#ctx0" brushRef="#br1" timeOffset="28663.39">9568 9038 133 0,'0'-4'154'0,"-6"4"-23"0,6 0-11 0,0 0-1 16,0-4 4-16,6 4 6 0,-6 0 2 0,0-4 0 16,0 4-1-16,0 0-5 0,0 0-6 0,0 0-7 15,0 0-9-15,0 0-8 0,-6 4-11 0,6-4-9 16,-8 4-4-16,8-4 1 0,-6 7 8 0,0 1 14 16,0-1 13-16,-8 4 17 0,1 4 12 0,7-1 5 15,-8-3-5-15,7 4-11 0,-4 0-18 0,3-5-21 16,1 5-23-16,-5-3-24 0,6-5-18 0,-2 4-26 15,2-2-24-15,0 0-26 0,0-1-29 0,6-5-26 16,6 4-27-16,0-3-24 0,-6-4-29 16,6 0-29-16,2 0-25 0,-8 0-16 0,6-4-11 15,-6 0-8-15,0 1-17 0,7-5-25 0,-2 1-27 16,2-4-6-16</inkml:trace>
  <inkml:trace contextRef="#ctx0" brushRef="#br1" timeOffset="29812.55">10128 8836 41 0,'0'0'84'0,"0"0"-20"15,0 0-16-15,0 0-10 0,0 0-5 0,0 0-5 16,0 0-1-16,0 0-3 0,0 0 1 0,0 0 0 16,0 0 4-16,0 0 2 0,0 0 4 15,0 0 5-15,0 0 1 0,0 0 3 0,6 0-1 0,-6 0 0 16,0 0-2-16,0 0-1 0,0-4-5 16,0 4-3-16,0 0-4 0,0 0-4 0,0 0-3 15,7 0-4-15,-7-3-2 0,7 3-2 0,-7 0-1 16,0 0-2-16,6-4-1 0,-6 4-1 0,6-4-1 15,1 4-1-15,-1-3-1 0,1 3 0 0,-7-4-2 16,13 4-1-16,-7-4 0 0,2 1 1 0,-2-1 0 16,6 0 0-16,-5 1 1 0,-7 0 1 0,7 3 1 15,-1-5 2-15,1 2 2 0,-1-1 3 0,0 4 4 16,-6-3 3-16,8-1 2 0,-8 4 2 0,6-4 1 16,-6 4 1-16,0-3 2 0,6 3-1 0,1 0 0 15,-7-4 0-15,6 4 0 0,1-4-1 16,-1 1 0-16,-6 3-4 0,7 0-2 0,-1-5-3 15,1 3-2-15,0 2 0 0,-7 0 0 0,12 0 1 16,-5-5-1-16,0 5 4 0,-1 0 5 0,0 0-1 16,1 0 0-16,-1 5-1 0,1-5-1 15,-7 0-1-15,7 2-1 0,-1 3-1 0,-6-5-5 0,6 3 1 16,-6 1 0-16,8 0 0 0,-8-1-2 16,6 1-1-16,-6 0 1 0,6 3-2 0,-6-4 2 15,0 5 2-15,0-5 2 0,0 5 2 0,-6-5 3 16,6 5 1-16,-6-1 2 0,6-3 0 0,0 3-1 15,-8 0-1-15,2 1 0 0,0 3 0 0,-1-4-2 16,0 4-1-16,1-3 0 0,-1 3-2 0,-5-4-1 16,5 4-2-16,0-4-1 0,-5 4-3 0,-2 0 0 15,8 0 1-15,-7 0 0 0,0 0-2 0,0 3-1 16,-1-3 0-16,-5 1-1 0,6-2 0 16,6 2-1-16,-11-1-3 0,4 0 0 0,1 0-1 0,0 0 0 15,0 0 2-15,7-1 2 0,-8-2 1 16,2 3 0-16,5-4 3 0,-6 1 3 0,6-1 1 15,1-4 3-15,0 5 1 0,-1-5 0 0,7 1 1 16,-7 3 0-16,1-2 0 0,0-3-3 0,-2 3-1 16,8-2-1-16,-6 1-1 0,0 0 0 0,6-1-4 15,-7 1-1-15,7-2 1 0,0-2 0 0,-6 5-2 16,6-1 0-16,0-4 0 0,0 0 2 0,0 3 1 16,0-3 3-16,0 0 4 0,0 0 2 0,0 5 4 15,0-5 5-15,6 0 12 0,-6 0 9 16,7-5 13-16,5 5 11 0,2 0 8 0,6-3 4 0,-1-1-1 15,7-3-5-15,6 3-10 0,1-3-12 0,-1 0-15 16,7 0-14-16,1-5-11 0,-1 5-6 16,0-1 0-16,1 1 0 0,-2-1 8 0,1 1 5 15,0 4 2-15,-7-5 6 0,1 5 6 0,-7-1 4 16,0 0 2-16,-6 1 0 0,-7 3-6 16,0 0 0-16,0-4 0 0,-7 4-4 0,1 0-3 0,-7 0-1 15,7 0-4-15,-7 0-1 0,0 0-2 16,0 0-4-16,0 0-2 0,0 4-3 0,0-4-2 15,0 0 2-15,0 0-5 0,0 0-3 0,0 0-2 16,0 0-2-16,0 0-5 0,0 0 7 0,0 0-10 16,0 0-17-16,0 0-14 0,0-4-25 0,-7 4-42 15,7 0-53-15,0-3-46 0,0 3-64 0,0-5-61 16,0 2-58-16,-7 0-54 0,7-1-60 0,0 4-33 16,7-4 5-16,0 1 16 0</inkml:trace>
  <inkml:trace contextRef="#ctx0" brushRef="#br1" timeOffset="30164.01">11430 8987 272 0,'8'0'274'0,"-8"3"-29"16,6-3-20-16,0 7-12 0,0-3-4 0,1-1-2 15,-7 1 3-15,0 4 3 0,0 2 0 0,0-2-7 16,0 3-12-16,0 0-15 0,-7 0-16 15,7 0-22-15,-6 4-26 0,0-5-33 0,0 1-42 0,-2 0-53 16,8 1-57-16,-6-2-46 0,6-2-49 16,0-1-60-16,0-3-67 0,0-1-62 0,0 2-61 15,-6-5-56-15,-1 0-18 0,7 0 3 0</inkml:trace>
  <inkml:trace contextRef="#ctx0" brushRef="#br1" timeOffset="36495.61">11801 8657 50 0,'-6'0'132'0,"-6"-4"-51"0,4 4-29 15,2-4-20-15,6 4-11 0,-6-3-10 16,6 3-9-16,-7 0-8 0,7-4-6 0,0 4-5 0,0 0-2 16,0 0-1-16,0-4 2 0,7 4 2 0,-7 0 4 15,0-3 5-15,0 3 5 0,6 0 3 0,-6 0 5 16,0-4 1-16,0 4 0 0,0 0 1 15,0 0-2-15,0-5-7 0,0 5-10 0,0-2-15 16,0 2-20-16,0-4-32 0,-6 4-42 0</inkml:trace>
  <inkml:trace contextRef="#ctx0" brushRef="#br1" timeOffset="37362.07">11783 8579 108 0,'0'0'111'0,"0"0"-26"16,0 0-16-16,0 0-8 0,0 0-3 15,0 0 1-15,0 0 2 0,0 0 3 0,0 0 3 16,0 0 7-16,0 0 6 0,0 0 10 0,0 0 8 16,0 0 7-16,0 0 7 0,0 0 0 0,0 0-1 15,0 0-6-15,0-3-6 0,0 3-12 0,6-4-11 16,0 4-13-16,-6-4-12 0,6 4-8 0,2-3-7 15,4 3-5-15,-5-3-2 0,-1 3 0 0,8 0-1 16,-2-5 1-16,-6 5 0 0,8 0 0 0,6 0 2 16,-7 5-2-16,-1-5-1 0,8 0-1 0,-7 0-1 15,7 0-1-15,-8 0-2 0,8 0-3 16,-6 3-3-16,-2-3-2 0,8 0-1 0,-7 3-2 16,-1-3 0-16,2 4-2 0,-1-4 0 0,-7 4 0 15,7-1 2-15,-6 1 1 0,-1 0 2 0,-6 3 1 16,7-2 1-16,0-3 1 0,-7 6 4 0,0-1 6 15,0-3 6-15,0 2 7 0,-7 3 6 0,0-2 3 16,-6 0 2-16,0 1 5 0,0-2 2 16,1 2-1-16,-2 3-5 0,-5-4-7 0,6 1-6 15,-6-1-8-15,5 1-3 0,-6-1-8 0,1 0-5 16,6 0-8-16,-6 1-2 0,5-5-1 0,-5 4-3 16,-1 1-2-16,8-4 0 0,-2 3 1 0,8-3-1 15,-14 3-1-15,7-3 1 0,1 4 0 0,4-5 0 16,-4 4 0-16,6-3-2 0,-2 3-1 0,2-3 1 15,-7-1 1-15,7 1-1 0,6 0-3 0,-7-1 0 16,7 1 1-16,0-4 0 0,0 4 0 0,0-4 0 16,0 3-1-16,0-3 3 0,7 0-1 15,-7 0 2-15,6 0 0 0,1 0 1 0,-1 0 1 16,0 0-1-16,2 0 1 0,4 0 0 0,2 0-1 16,-2 0 1-16,1 0 0 0,7 0 0 0,-8-3 0 15,2 3 1-15,6 0-2 0,-7 0 0 0,-1 0 0 16,2 0 1-16,-2 0 0 0,2 0-1 0,-1 3 1 15,-1-3 0-15,2 0 0 0,-8 4 0 0,8 0 0 16,-2 2-1-16,-5-1 1 0,-1-1 1 0,1 2-2 16,-1-2 0-16,1 3 1 0,-1 1-1 0,-6 0 2 15,6-1 0-15,-6 4 0 0,0-4-2 0,8 4 1 16,-8-3 0-16,0 2 0 0,0-2 2 0,-8 2-2 16,8-2 0-16,-6 3-1 0,0 0 1 0,6-4 1 15,-13 4 0-15,6-4 0 0,1 5-2 16,-7-1 2-16,7-4-2 0,-8 0 5 0,1 4 2 15,-6-3 3-15,6-2 4 0,-7 2 5 0,0-1 4 16,1 1 2-16,6-5 3 0,-6 5 0 0,-1-5-2 16,0 1-2-16,7-1-2 0,-7 2-3 0,8-5-5 15,-2 3-1-15,2-3-2 0,-1 4-2 0,-1-4-3 16,2 0-1-16,5 0-1 0,-6 0-3 0,7 0-1 16,-1 0-3-16,7 0-9 0,-6 0-14 15,6 0-24-15,-7-4-33 0,7 4-36 0,0 0-36 16,0 0-41-16,0 0-42 0,0-3-47 0,7 3-37 15,-1-5-25-15,-6 5-26 0,13-3-34 0,7-1-30 16,-1 4-2-16</inkml:trace>
  <inkml:trace contextRef="#ctx0" brushRef="#br1" timeOffset="37679.18">12687 9045 9 0,'-6'6'338'0,"0"-1"-39"0,-2 2-57 16,2 4-43-16,0-7-28 0,0 6-18 0,-1-2-15 15,0-1-19-15,7 4-20 0,-13 0-24 0,7-4-20 16,0 5-19-16,-2-5-13 0,-4 0-14 0,6 1-16 16,-2 0-19-16,8-1-24 0,0 0-30 0,-6-3-35 15,6-1-37-15,-6 1-34 0,-1-4-33 0,7 2-45 16,-6-2-46-16,-1 0-35 0</inkml:trace>
  <inkml:trace contextRef="#ctx0" brushRef="#br1" timeOffset="41047.31">13306 8901 23 0,'-6'0'62'16,"-1"0"-20"-16,1 0-10 0,-1 5-9 0,1-5-2 16,-1 0-4-16,7 0-3 0,-6 0 0 15,0 0 2-15,6 0 3 0,-8 0 1 0,8 0 5 16,-6 0 3-16,6 3 6 0,0-3 6 0,-6 0 6 15,6 0 3-15,0 0 3 0,0 0 2 0,0 0 3 16,0 0 2-16,0 0-1 0,0 0-1 0,0 0-2 16,0 0-5-16,0 0-3 0,0 0-5 0,0 0-7 15,0 0-5-15,0 0-4 0,0 0-5 0,0 0-4 16,0 0-2-16,0 0-3 0,0 0-2 0,0 0-3 16,0 0-3-16,0-3-4 0,0 3-7 15,0 0-8-15,0 0-6 0,0 0-10 0,0 0-8 0,0 0-7 16,0 0-7-16,0 0-6 0,0 0-2 15,0 0-2-15,6 0 1 0,-6-5 2 0,0 5 2 16,6 0 4-16,-6 0 4 0,0 0 6 0,0 0 5 16,8 0 6-16,-8-2 5 0,0 2 3 0,0 0 0 15,0 0 1-15,6-5-4 0,-6 5-3 0,0 0-5 16,0 0-5-16,0 0-8 0,0 0-7 0,0 0-11 16</inkml:trace>
  <inkml:trace contextRef="#ctx0" brushRef="#br1" timeOffset="41578.68">13274 8869 24 0,'-7'0'96'0,"7"-3"-13"0,0 3-12 16,-6-4-9-16,6-1-10 0,0 5-6 0,0-3-7 15,0 0-6-15,0-1-6 0,0 0-5 0,0 4-3 16,0-3-1-16,0-1-1 0,0 0 4 0,0 1 3 16,0 3 5-16,0-4 5 0,0 4 6 0,0-4 6 15,0 4 3-15,0 0 2 0,0-3 0 0,0 3-1 16,0 0-1-16,0 0-1 0,0 0-2 0,0 0-3 15,0 0 0-15,-6 0-2 0,6 3 2 0,0-3 1 16,-8 4 0-16,8 0 0 0,-6-1 0 0,6 5 3 16,-6 3 0-16,6-5 3 0,-7 6-2 0,0 2-2 15,1-3 0-15,0 4-3 0,6 0-1 16,-7-1-1-16,7 1-1 0,-6 0-1 0,6 4 1 16,0-2-1-16,0-2 0 0,0 4-2 0,0-6-3 15,0 3-2-15,6-1-4 0,-6-1-4 0,7 1-3 16,-1-1-3-16,0-2-3 0,1-2-3 0,6-2-2 15,1-1-2-15,-8 5-2 0,7-10-1 0,-7 6-3 16,7-4-1-16,0-4 1 0,1 4-1 0,-2-4 1 16,8 0 0-16,-7-4 1 0,7 4-1 0,-8-4 1 15,8-4-1-15,-1 6-1 0,-5-6 0 0,-2 4-1 16,2-3-1-16,-2-1-1 0,-5 1-1 0,-7-1 0 16,7 1 0-16,-7 4 0 0,0-5 0 15,0 1 2-15,-7 0 0 0,7 3 1 0,-7-4 0 16,1 5 3-16,-7 0 1 0,6-1-1 0,-5 0 2 15,-2 4 3-15,1-3 4 0,1 3 3 0,-2 0 2 16,-6 0-1-16,1 3-1 0,0 1 1 0,6 0-2 16,-7 2-3-16,1-1-7 0,-1-2-6 0,8 1-9 15,-8-1-13-15,0-3-15 0,7 4-21 16,0 0-24-16,6-4-31 0,1 0-37 0,0 3-36 16,6-3-29-16,0 0-21 0,0 0-24 0,0 0-28 15,0 0-28-15,6 0-25 0</inkml:trace>
  <inkml:trace contextRef="#ctx0" brushRef="#br1" timeOffset="42161.2">13898 9085 140 0,'-6'3'233'16,"6"-3"-46"-16,0 5-32 0,-6-2-22 0,6 1-15 15,0-1-10-15,-6 1-8 0,-1 0-11 0,7 3-15 16,-8 0-16-16,3 5-15 0,-8-5-11 0,5 4-9 15,2-4-8-15,0 5-11 0,0-2-16 16,-8 1-18-16,8-5-18 0,0 3-20 0,-1-1-21 16,7-2-20-16,0-2-17 0,0 3-13 0,0-7-9 15,0 3-7-15,0-3-16 0,0 0-27 0</inkml:trace>
  <inkml:trace contextRef="#ctx0" brushRef="#br1" timeOffset="43229.78">14303 8737 156 0,'0'0'147'0,"0"0"-30"0,0 0-18 0,0 0-13 16,0 0-7-16,0 0-3 0,0 0-3 0,0 0-1 15,0 0-4-15,0 0-3 0,0 0-5 16,0 0-6-16,0 0-3 0,0 0-4 0,0 0-2 0,0 0-2 16,0 0-3-16,0 0-4 0,0 0-1 0,0 0 0 15,0 0-2-15,0 0-3 0,0 0-2 16,0 4-2-16,0-4-3 0,0 0-2 0,0 0-2 15,0 3-2-15,0-3 0 0,0 0-2 0,0 0-1 16,0 0 0-16,0 5-1 0,0-5-1 0,0 0 0 16,0 0-2-16,-7 2 0 0,7-2-2 0,0 0 1 15,0 5-1-15,0-5 0 0,0 0 0 0,0 0-1 16,0 0 0-16,0 0 1 0,0 3 0 0,0-3-1 16,0 0 2-16,0 0 0 0,0 4 0 0,0-4 1 15,-6 0 1-15,6 0-1 0,0 4 2 0,-7-4-1 16,7 0-1-16,-6 0 3 0,6 3-2 0,0-3-1 15,0 4-2-15,-7 0-1 0,7-1 1 16,-7-3 0-16,7 4 0 0,0-1-1 0,-6 2 0 0,6 1 1 16,-6-2 2-16,-1 3 1 0,7 1 0 15,-7-1 2-15,1 0 0 0,0 1 2 0,-1 3 4 16,7-5 0-16,-6 6 0 0,-1-1 1 0,-6 0 1 16,7-1 0-16,-1 2 1 0,0 3-1 0,1 0-1 15,6-5-1-15,-6 5-2 0,6-4-2 0,-7 3-2 16,7-3-2-16,7 4-3 0,-7-4-2 0,6 0-3 15,0-1-2-15,1 2 1 0,0-1-1 0,-1 0 0 16,7 0-1-16,-6-4 0 0,6 4 1 0,-7-3-1 16,14-1 0-16,-8 1-1 0,2-5 0 0,-1 1 0 15,0-1-1-15,0 1 0 0,-1 0 2 16,2-4-4-16,-1 0 0 0,6 0-3 0,0-4-2 16,-5 4-3-16,6-4-4 0,-1-3-1 0,1 4-3 15,-8-2 0-15,2-2 1 0,5 4 2 0,-12-5 1 16,6 1 3-16,-7 3 5 0,0 1 0 0,-6-4 2 15,0 2 2-15,0 2 2 0,-6-4 2 0,6 3 1 16,-6 1 4-16,-1-5 2 0,1 5 3 16,-1-1 1-16,-6-1 3 0,0 5 0 0,0-2 2 15,0-2 0-15,-7 4-3 0,8-4-2 0,-8 4-1 16,-6 0-2-16,6 0-4 0,1 0 1 0,-1 0-5 16,-6 4-5-16,7-4-5 0,-1 0-9 0,0 0-10 15,1 4-11-15,13-4-16 0,-8 0-23 0,2 0-33 16,5 2-34-16,0-2-31 0,1 0-27 0,6 5-25 15,-6-1-37-15,6-1-44 0,-7 1-38 16</inkml:trace>
  <inkml:trace contextRef="#ctx0" brushRef="#br1" timeOffset="43611.33">15143 9125 83 0,'-6'7'338'0,"-2"1"-37"0,-4 3-51 15,-1 0-39-15,0 1-25 0,0 2-20 16,-7-1-17-16,7-1-20 0,0 7-23 0,-6-8-20 16,5 3-21-16,-5 1-17 0,6 0-15 0,0-5-12 15,0 6-11-15,6-5-16 0,1-4-21 0,0 4-28 16,-2-8-39-16,8 5-44 0,0-5-43 0,-6-3-43 15,0 0-53-15,6 0-63 0,0 0-46 0,0-3-8 16</inkml:trace>
  <inkml:trace contextRef="#ctx0" brushRef="#br1" timeOffset="44394.01">15690 8818 43 0,'-7'0'191'0,"7"0"-48"0,0 0-38 15,0 0-23-15,0 0-16 0,0 0-8 0,7-4-8 16,-7 4-5-16,0 0-8 0,7 0-5 0,-1-4-7 15,0 4-3-15,1 0 0 0,0-3 2 0,-1 3 1 16,0-4 3-16,7 4 1 0,1-4 1 0,-2 4-2 16,8-3 1-16,-7 3-2 0,0-3-1 0,6-2-3 15,1 2-2-15,0 3-2 0,-1-4-2 0,-5 1 2 16,4 3-1-16,-4-4 1 0,5 4 1 0,-5 0 1 16,-8 0 6-16,7 0 5 0,0 0 6 0,-7 4 5 15,1-1 10-15,0 1 9 0,-1 4 5 16,-6-5 5-16,7 8 1 0,-7-4 0 0,0 0 1 15,0 4-2-15,-7 0-2 0,7 3-6 0,-6-2 0 16,-1 2 2-16,0 2 5 0,7-2 2 0,-6 1 4 16,0 0 5-16,6-1 8 0,-7 0 5 0,7 5 7 15,0-5-5-15,-7 1-3 0,7 0-2 0,0 0-9 16,0-1-8-16,0 1-12 0,0 0-11 0,0-1-13 16,0 1-7-16,-6-5-8 0,6 5-8 15,0-4-4-15,-6 5-6 0,6-6-4 0,0-2-2 0,0-1-8 16,0 4-13-16,0-8-21 0,0 5-29 0,0-5-31 15,6 1-27-15,-6 0-31 0,6-4-32 16,-6 0-42-16,7 0-39 0,-7-4-29 0,-7 4-20 16,-5-4-29-16,-2 1-40 0,1 0-35 0,1-5 0 15</inkml:trace>
  <inkml:trace contextRef="#ctx0" brushRef="#br1" timeOffset="44628.25">15658 9096 38 0,'6'0'365'0,"0"0"-38"0,1 0-65 15,-1-3-56-15,8 3-33 0,5 0-22 16,0 0-13-16,0-5-13 0,1 5-19 0,6-3-16 16,1 3-21-16,-1-3-13 0,-6 3-11 0,5-4-12 15,1 4-10-15,-6 0-5 0,6-4-7 0,-7 4-9 16,1 0-13-16,-7-3-15 0,7-1-28 0,-8 4-36 15,2-4-47-15,-2 4-50 0,-12-3-53 0,0-1-68 16,0-1-73-16,0 3-34 0</inkml:trace>
  <inkml:trace contextRef="#ctx0" brushRef="#br1" timeOffset="44977.83">16452 9201 200 0,'-7'12'319'0,"7"-4"-56"0,-6 3-54 0,0 0-37 15,-2-4-21-15,2 4-16 0,0 0-13 0,-7-1-14 16,6 2-20-16,-6-5-22 0,7 5-20 16,-8-1-18-16,8-1-16 0,-7-2-17 0,13 3-22 15,-6-4-32-15,-1 1-35 0,1-5-38 0,-1 4-39 16,-6-3-42-16,0-4-61 0,7 4-71 0,-1-4-26 15</inkml:trace>
  <inkml:trace contextRef="#ctx0" brushRef="#br1" timeOffset="45644.2">17038 8913 190 0,'0'0'306'0,"0"0"-67"0,0-4-61 0,7 4-41 16,-1-3-26-16,1 3-16 0,5-5-12 0,2 3-12 15,-2 2-11-15,8-5-10 0,-7 2-8 0,7 3-8 16,0 0-6-16,-8 0-4 0,8-3-2 16,-1 3-3-16,1-5-3 0,0 5-3 0,-1 0-2 15,-6-3 0-15,6 3-2 0,-5 0-2 0,-1 0 0 16,0 0 0-16,0 0 0 0,-7 0 1 0,0 0 2 16,2 0 5-16,-8 3 7 0,0-3 6 0,0 8 6 15,0-5 6-15,-8 4 8 0,2 5 6 0,0-5 3 16,-1 4 5-16,1 4 3 0,-1-4 6 0,7 3 9 15,-13 2 10-15,7-2 13 0,-1 1 14 0,0-1 10 16,7 1 4-16,-6 0-3 0,0-1-3 0,6 5-9 16,0-5-12-16,-7 4-16 0,7-3-19 0,0 0-16 15,0 4-7-15,0-5-9 0,0-1-4 0,0 7-5 16,0-6-6-16,0 1-2 0,0 0-3 16,0-1-2-16,0 1-3 0,-7-1-2 0,1 2-2 15,6-6-3-15,-6 1-1 0,-1 0-5 0,7 1-13 16,0-2-17-16,-6-2-23 0,-1-1-31 0,7 0-35 15,-7-3-35-15,7-1-34 0,0 2-32 0,-6-5-34 16,6 0-31-16,-6 0-23 0,-2-5-16 0,2-2-7 16,-6 0-25-16,-2-4-37 0,1 4-13 0</inkml:trace>
  <inkml:trace contextRef="#ctx0" brushRef="#br1" timeOffset="45862.31">17058 9155 147 0,'20'0'304'0,"-2"-4"-53"0,9 4-43 0,-1 0-25 16,-6 0-14-16,5-4-13 0,7 4-14 0,-5 0-19 16,-1 0-20-16,0-3-20 0,-6 3-19 0,6 0-14 15,-1 0-14-15,-5-4-12 0,0 4-13 0,-1 0-16 16,1 0-26-16,0-3-39 0,-14 3-47 0,7 0-54 15,-7-5-58-15,1 5-80 0,-7 0-66 16,0 0-35-16</inkml:trace>
  <inkml:trace contextRef="#ctx0" brushRef="#br1" timeOffset="46328.33">17891 9375 215 0,'0'11'277'0,"-6"-4"-42"15,0 4-40-15,-2-3-24 0,8 2-16 0,-12-3-16 16,5 4-17-16,1 0-21 0,-8-3-22 0,8 2-20 16,0 2-15-16,-8-1-16 0,2 0-10 0,5-4-8 15,-6 4-10-15,6-4-13 0,1-3-16 0,0 3-23 16,-1-3-24-16,0 0-27 0,7-4-30 0,-6 0-28 16,0 0-24-16,-1-4-28 0,0 0-40 0,1 1-47 15,6-5-22-15</inkml:trace>
  <inkml:trace contextRef="#ctx0" brushRef="#br1" timeOffset="46960.9">18256 8953 222 0,'-7'-3'359'16,"7"-1"-51"-16,-7 1-58 0,7 3-45 0,-6-5-30 15,6 5-24-15,0-3-17 0,6 3-19 0,1-4-18 16,0 4-20-16,-1-3-19 0,7 3-11 0,1-4-7 16,5 0-4-16,-6 1-4 0,0 3-1 0,7-4-5 15,-1 4-4-15,0-4-2 0,8 1-6 0,-1 3-4 16,-6-5-3-16,4 3-1 0,-3 2-3 0,-1-5-1 15,-1 5-1-15,1-3 1 0,-8 3-2 0,8-3 2 16,-6 3 0-16,-2-5 0 0,1 5-1 0,0 0 2 16,-6-3 1-16,-1 3 5 0,0 0 8 15,-6 0 10-15,0 3 15 0,8 2 18 0,-8-2 19 0,0 5 15 16,0-1 12-16,0 0 8 0,0 4 3 16,-8 0-5-16,8 0-5 0,0 0-11 0,-6 0-12 15,6 3-11-15,-6 1-13 0,-1-4-7 0,7 5-7 16,-6-2-4-16,-1-1-4 0,7 3-7 0,0-1-3 15,-6-1-2-15,6 1-3 0,-7-1-3 0,7 1-3 16,0 0-5-16,0-1-4 0,0 1-1 0,0 0-2 16,0-1-3-16,-6 1 0 0,6-5-2 0,0 2-7 15,0-1-8-15,0 0-14 0,0-1-23 0,0-2-32 16,0-1-43-16,0-3-41 0,0 3-35 0,-6-7-43 16,6 5-50-16,-8-5-46 0,2 0-32 15,-7 0-28-15,6-5-28 0,-5 5-30 0,-1-7-3 16</inkml:trace>
  <inkml:trace contextRef="#ctx0" brushRef="#br1" timeOffset="47144.73">18354 9132 162 0,'12'0'327'0,"8"0"-68"0,6 0-61 16,0 0-42-16,1 0-29 0,-3 0-20 0,10 0-22 15,-1 0-21-15,6 0-28 0,-7 0-34 16,1 0-41-16,-1 0-42 0,1 5-38 0,-1-5-38 16,-7 3-47-16,-4 1-59 0,-2-1-57 0,7 1-18 15</inkml:trace>
  <inkml:trace contextRef="#ctx0" brushRef="#br1" timeOffset="47327.8">19051 9294 164 0,'-6'14'351'0,"-8"2"-47"0,1-2-61 0,6 1-45 16,1 0-31-16,-1-1-23 0,1-3-16 15,0 3-17-15,-2-3-20 0,8 3-22 0,-6-2-19 0,6-5-20 16,0 5-19-16,-6-6-21 0,6 1-27 16,0-2-38-16,0-1-44 0,0-1-47 0,0-3-49 15,0 0-65-15,0 0-72 0,-6 0-38 0,6-3-8 16</inkml:trace>
  <inkml:trace contextRef="#ctx0" brushRef="#br1" timeOffset="47912.33">19884 9038 95 0,'-20'-12'329'15,"8"2"-39"-15,-8 2-45 0,7 1-30 0,-7-4-17 16,8 8-8-16,-2-5-9 0,2 8-10 0,-2-4-22 15,-5 0-26-15,6 4-17 0,-6 0-11 0,-1 4-10 16,-1 0-9-16,9 4-11 0,-1-5-12 0,0 4-3 16,0 0-1-16,6 1-10 0,1-1-8 0,0 4-8 15,-1-3-7-15,7 3-6 0,7 0-2 0,-1-4-1 16,0 4-3-16,8-1-1 0,5 2 1 0,1-1-2 16,-1 0-1-16,8-4-1 0,-8 4 0 0,7 0-1 15,0 0 0-15,0 1 1 0,0-5 0 16,-1 4-1-16,1-2 1 0,-5 3 1 0,-1-4-1 0,5 3 1 15,-5 0 1-15,-7 0-2 0,6-4 0 16,-5 4 1-16,-2-1 0 0,-5-2 2 0,-1 3 2 16,1-4 4-16,0 1 2 0,-7 0 10 0,-7-1 7 15,-6 0 5-15,6 0 5 0,-12 1 1 0,0-5-3 16,-1 4-3-16,-14 1 0 0,8-4-12 0,0-1-6 16,-6 1-6-16,6 0-1 0,1-1 3 15,-8-3 6-15,13 0 8 0,-6 0 10 0,14-3 11 0,-2-1 8 16,8-3 7-16,12-5 0 0,8-2-3 15,5-1-8-15,13-3-8 0,8-1-12 0,-1 1-13 16,5-4-16-16,3 3-15 0,5-1-25 0,-7 1-33 16,1 1-40-16,-7-1-40 0,6 1-40 0,-6-1-56 15,1 5-60-15,-7-1-58 0,-7-3-64 0,-7 7-69 16,7-5-14-16,-6 6 9 0</inkml:trace>
  <inkml:trace contextRef="#ctx0" brushRef="#br1" timeOffset="54194.17">5015 11268 392 0,'-6'0'394'16,"0"0"-67"-16,6 0-63 0,-8 0-45 0,8 0-23 0,0 0-14 15,0 0-16-15,0-3-18 0,0 3-20 16,0 0-17-16,0-3-19 0,8 3-19 0,-8 0-19 0,6 0-15 16,-6-5-12-16,0 5-6 0,6 0-8 15,-6 0-10-15,0-4-16 0,0 4-19 0,0 0-22 16,0 0-25-16,0 0-37 0,0-3-50 0,0 0-53 16,-6-1-47-16,6 0-39 0,-6 1-53 0,-2 3-57 15,2-4-27-15</inkml:trace>
  <inkml:trace contextRef="#ctx0" brushRef="#br1" timeOffset="55760.3">3290 10015 132 0,'0'0'169'0,"6"-3"-24"0,-6 3-18 0,6 0-9 16,-6-4-2-16,0 4 1 0,7 0 1 0,-7 0-2 15,7-4-4-15,-7 4-3 0,0 0-7 16,0 0-7-16,0 0-9 0,-7 4-9 0,7-4-9 15,-7 0-8-15,7 4-4 0,0-1-5 0,-6 6 0 16,6-7 2-16,0 6 1 0,0-1 2 0,0 1 2 16,0 2 1-16,0 2 4 0,0-1 5 0,0 0 3 15,0 0 2-15,0 3 0 0,0 0 1 0,0 1-1 16,0 0-6-16,0-3-8 0,0 2-7 0,0 1-10 16,6 0-8-16,-6-5-8 0,0 1-4 0,0 4-4 15,0-4-5-15,0 0-1 0,0-5-1 0,0 2-3 16,0 3-1-16,0-4 0 0,7-3-3 0,-7 3-1 15,0-2 0-15,0-5 0 0,0 2-1 0,0 3 1 16,0-5 0-16,0 0 2 0,0 3 2 0,0-3 0 16,0-3 2-16,0 3-1 0,0-5 0 0,0 3 0 15,0-3-2-15,0 2-1 0,7-5-3 16,-7 1-1-16,6 0-2 0,-6 0-1 0,0-4 1 16,6 0-1-16,-6 0-1 0,7 0 1 0,0 0 0 15,-1 0 1-15,7 3 0 0,-7-2 0 0,8-1 0 16,-2 0 0-16,2 4 0 0,-1-1 1 0,0-3 0 15,0 3 0-15,7 1 0 0,-8-1 0 0,8 1-2 16,-7 4 0-16,7-4 1 0,-8 3-3 0,2 0 1 16,-1 4-1-16,-1-3 0 0,-5 6 1 0,6-3 2 15,-1 4 2-15,-4 0 2 0,5 3 0 16,-8 0 4-16,3 4 2 0,-2 0 1 0,6 0 4 16,-5 3-1-16,1 2 0 0,-2-2 2 0,-1 1 0 15,9-1-1-15,-14 1-1 0,7 0 0 0,-1-1 0 16,1-3-5-16,-1 4 1 0,1-4 3 0,-7-3-3 15,0 2-2-15,7-2 1 0,-7-1-2 0,6-3 1 16,-6 3 0-16,0-7 0 0,0 3 0 0,0 2 2 16,0-5-1-16,0 0-1 0,0 0 1 0,0-5-2 15,0 2-2-15,0-1-2 0,0-3-4 16,0 0-6-16,6-1-6 0,1-2-4 0,-7-2-2 16,7 1-3-16,-1-3-2 0,7 3-1 0,0 0 1 15,0-4 2-15,1 4 4 0,-2 0 5 0,8 1 1 16,-1 1 3-16,-5-1 3 0,4 3 3 0,1-1 1 15,-5 5 3-15,6-2 5 0,-8 3 4 0,8-3 8 16,-7 5 9-16,1 5 8 0,5-5 6 0,-6 7 8 16,0-4 9-16,0 8 2 0,0-3 3 0,1 2 0 15,-2 5-3-15,1-4-2 0,-6 4-4 0,-1-4-7 16,1 3-5-16,-1 1-2 0,0-4-6 0,-6 3-10 16,0-2-2-16,0 3-5 0,0-5-2 15,0-3-3-15,0 5-10 0,0-5-18 0,0-3-19 16,0 3-23-16,-6-3-35 0,6-1-46 0,0 1-47 15,-6-4-46-15,6 0-52 0,0-4-45 0,-7 1-32 16,1-1-17-16,6 0-10 0,-7 1-10 0,7-5-9 16,7 5-19-16</inkml:trace>
  <inkml:trace contextRef="#ctx0" brushRef="#br1" timeOffset="55960.13">4521 10239 19 0,'0'-4'313'0,"6"4"-33"0,0 0-39 0,1 4-27 0,-7-4-15 15,7 4-10-15,5-1-6 0,-12 1-5 16,14 3 2-16,-14 1-5 0,6-1-7 0,1 3-7 16,-7 2-3-16,6-1-5 0,-6 0-10 0,0-1-17 15,0 2-22-15,0-1-20 0,0 0-19 0,0-3-18 16,0-1-30-16,-6 4-39 0,6-8-43 0,0 1-40 16,-7 0-41-16,7-4-50 0,-6 0-59 0,6-4-50 15,-7 4-37-15,0-7-23 0,-5 3-29 0,5-3-29 16,0 0-18-16</inkml:trace>
  <inkml:trace contextRef="#ctx0" brushRef="#br1" timeOffset="56093.95">4664 10122 28 0,'0'-7'427'16,"0"-1"-32"-16,0 5-70 0,0-1-62 0,0 0-49 16,0 1-39-16,0-2-42 0,6 5-42 0,-6-3-49 15,0 3-55-15,7-3-62 0,-1 3-61 0,0 0-50 16,8 0-46-16,-8 0-50 0,7 3-53 0,0-3-55 15,0 3-9-15</inkml:trace>
  <inkml:trace contextRef="#ctx0" brushRef="#br1" timeOffset="56496.34">4957 10199 33 0,'0'10'259'0,"0"2"-52"0,0-1-36 0,0 3-19 0,0-3-8 15,0 0-2-15,6 3-7 0,-6 3-10 16,0-8-12-16,0 7-11 0,6-2-9 0,-6-3-12 15,0 3-13-15,0-2-10 0,0-1-8 0,0 0-9 16,0-4-4-16,0 1-5 0,-6-1-4 0,6-4-3 16,0 4-1-16,0-3-2 0,-6 0 2 0,6-1 1 15,-7-3-4-15,7 0 3 0,0 0 1 0,-6-3 4 16,-1-1 1-16,7 0-4 0,-7-3-3 0,7 0-3 16,0-1 2-16,0-2-5 0,0-1-5 0,7 0-4 15,0-4-4-15,-1 4 1 0,7-4-1 0,-7 5 1 16,8-2 1-16,-2 1 2 0,8 4 3 0,-7 0 5 15,1-1 6-15,-2 1 5 0,2 3 5 0,-2 1 5 16,2 3 8-16,-8-3 7 0,7 3 8 16,1 3 9-16,-8 0 9 0,6 1 9 0,-5 0 5 15,-7 7 0-15,7-4-2 0,-1 0-4 0,-6 4-6 16,7 1-10-16,-1-2-12 0,-6 2-11 0,6-2-10 16,-6 2-9-16,8-5-5 0,-8 4-4 0,0 0-6 15,0-4-12-15,0 1-16 0,0-1-28 0,0 0-40 16,-8 0-43-16,8-7-39 0,0 4-41 0,0-1-50 15,0-3-51-15,0 0-41 0,0 0-25 0,0 0-17 16,0 0-21-16,8-3-34 0,-2-1 1 16</inkml:trace>
  <inkml:trace contextRef="#ctx0" brushRef="#br1" timeOffset="56743.17">5556 10324 65 0,'0'-5'333'0,"0"5"-42"0,7 0-43 16,-1 0-30-16,0 0-16 0,8 0-11 0,-1 0-5 16,-1 0-6-16,2 0-8 0,6 0-10 0,-1 0-8 15,0 0-10-15,0 0-10 0,8 0-14 0,-8 0-17 16,8 0-18-16,-1-3-20 0,-1 3-16 0,-5-4-18 16,0 0-25-16,6 1-32 0,-7 3-30 15,-5-4-27-15,-2 2-28 0,1-7-26 0,0 6-35 16,-6 3-41-16,-1-8-30 0,0 8-20 0,2-3-14 15,-8 3-15-15,0 0-29 0,0 0-26 0,0 0-22 16</inkml:trace>
  <inkml:trace contextRef="#ctx0" brushRef="#br1" timeOffset="56942.99">5738 10407 185 0,'0'8'338'0,"0"-4"-57"0,0-1-46 0,7 1-27 0,-1-4-18 15,7 3-18-15,-7 1-19 0,8-4-19 16,6 0-22-16,-8 4-21 0,1-4-21 0,7 0-18 16,0-4-13-16,-1 4-13 0,-6 0-8 0,6 0-10 15,-5 0-13-15,-1-4-13 0,0 1-16 0,-7 3-23 16,1-4-34-16,-1 1-42 0,0 3-44 0,-6-4-45 16,0 1-51-16,0 3-64 0,0-5-58 0,0 2-17 15</inkml:trace>
  <inkml:trace contextRef="#ctx0" brushRef="#br1" timeOffset="59243">7471 10158 115 0,'0'0'122'0,"0"0"-19"0,0 0-7 16,0 0 4-16,0-3 7 0,0 3 8 0,0 0 9 15,0 0 5-15,6-4 4 0,-6 4 1 0,0-4-5 16,0 4-10-16,7-3-13 0,-7 3-16 15,6-4-18-15,-6 1-18 0,7-2-16 0,-7 5-13 16,7-3-11-16,-7-1-7 0,0 4-1 0,6-3-5 16,-6 3 1-16,0-4 0 0,0 4 0 0,0 0 1 15,0-3 2-15,0 3 0 0,0 0 1 0,-6 0 3 16,6 0-1-16,0 0 1 0,0 0 2 0,0 0-3 16,0 0 1-16,0 0-2 0,0 0-2 0,0 0-2 15,0 0 0-15,0 0-2 0,0 0-1 0,0 0 0 16,6 0-1-16,-6 0 1 0,0-4 0 0,0 4 0 15,0 0 0-15,0 0 1 0,0 4-1 0,0-4 3 16,-6 0 1-16,6 0 0 0,0 0 1 16,-7 0 2-16,7 0 0 0,-7-4 0 0,7 4 0 15,0 0-1-15,0 0 0 0,0 0-1 0,0 0 0 16,0 0 0-16,0 0 1 0,0 0-1 0,0 0 0 16,0 0 1-16,0 0 0 0,0 0 0 0,0 0 0 15,0 0-2-15,0 0 0 0,0 0-4 0,0-4 1 16,0 4 2-16,0 0 0 0,-6 0 1 0,6 0-1 15,-7 0 1-15,7 0 0 0,0 0 3 0,-6 0-2 16,6 0-1-16,0 0 0 0,0 0-1 0,-6 0-1 16,6 0-1-16,0 0-1 0,0 0 1 0,0 0-1 15,0 0 0-15,0 0-1 0,-8 0-1 0,8 0 1 16,0 0 0-16,0 0 0 0,0 0 0 16,0 0 1-16,0 0 0 0,0 0 0 0,0 0 0 15,0 0 0-15,0 4 0 0,0-4 0 0,0 0 2 16,0 0-1-16,-6 0 0 0,6-4 0 0,-6 4 0 15,6 0 0-15,0 0-1 0,0 4 2 0,-6-4-1 16,6 0 1-16,0 0-1 0,0 0-1 0,0 0 0 16,0 0 0-16,0 0 0 0,0 0 0 0,-8 0 1 15,8 0-1-15,-6 0 0 0,6 0 1 0,0 4 0 16,0-4 0-16,0 0 0 0,0 0 0 0,6 0 1 16,-6 0-1-16,0 0-1 0,0 0 0 15,0 0 1-15,0 0-1 0,0 0-1 0,0-4-6 16,0 4-15-16,8 0-27 0,-8-4-50 0,0 1-59 15,-8-1-68-15,-4 0-98 0,12 1-78 0,-7-2-41 16,1 2-12-16</inkml:trace>
  <inkml:trace contextRef="#ctx0" brushRef="#br1" timeOffset="65659.06">6234 10151 8 0,'0'0'11'0,"0"0"-8"0,0 0-7 0,0 0-10 16</inkml:trace>
  <inkml:trace contextRef="#ctx0" brushRef="#br1" timeOffset="70241.89">6754 10137 98 0,'0'0'82'0,"0"0"-8"15,0 0-1-15,0-5-1 0,0 5 5 0,-6 0 4 16,6 0 4-16,0 0 1 0,0 0 3 16,0 0 1-16,0-3 3 0,0 3 0 0,0-4-1 15,0 4-3-15,0-3-1 0,0 3-3 0,0-4-6 16,0 4-3-16,-7-3-8 0,7 3-6 0,0 0-6 15,-6 0-6-15,0 0-8 0,-3 0-6 0,9 0-6 16,-5 0-4-16,-1 0-6 0,-1 0-3 0,-1 0-4 16,-3 0-5-16,4 3-1 0,0-3-2 0,-6 4-3 15,7-1 2-15,-7 1 2 0,0-1 2 0,7 5 3 16,-7-1 6-16,-1 1 5 0,8 3 5 16,-7-3 6-16,0 6 7 0,0-3 5 0,0 3 5 15,0 5 0-15,-1-5-2 0,8 5-3 0,-6-5-4 16,5 6-5-16,0-3-8 0,1-2-7 0,6 0-7 15,0-1-3-15,0 4-4 0,6-3-2 0,1-1-2 16,0 1-1-16,-1-4 1 0,0-4 0 0,0 2 0 16,8-2 2-16,-8-4 2 0,7 0 4 0,-6 1 3 15,6 0 3-15,0 0 4 0,0-4 5 0,0 0 1 16,7-4 0-16,-1 0 1 0,7 0-3 0,0-2-5 16,-6-6-2-16,12 1-4 0,-12 4-4 0,5-4-3 15,-5-4-2-15,0 4-2 0,-7-3 3 0,0 2 1 16,0-2 3-16,-7 3 6 0,1-3 8 0,0 2 9 15,-7-1 9-15,0 1 6 0,0-3 5 16,-7 0 6-16,0 4-1 0,7 0-3 0,-12 1-4 16,5-2-10-16,-6 5-7 0,0 0-5 0,0-4-8 15,0 4-6-15,-1 0-2 0,-5-1-4 0,6 4-3 16,-6-3-2-16,-1 3 1 0,-1 0-3 0,10 1-3 16,-9-1-11-16,0 1-22 0,1-2-28 15,0 5-31-15,-1 0-35 0,0-3-37 0,8 3-44 16,-2 0-51-16,-5 0-47 0,5 0-29 0,-4 0-21 15,4 3-35-15,1 2-46 0,1 2-12 0</inkml:trace>
  <inkml:trace contextRef="#ctx0" brushRef="#br1" timeOffset="70907.58">4038 10828 7 0,'7'-3'7'0,"6"0"-7"0,-7 3-7 0</inkml:trace>
  <inkml:trace contextRef="#ctx0" brushRef="#br1" timeOffset="71973.55">3420 10914 24 0,'0'-5'62'0,"0"5"-22"0,0 0-15 16,0 0-9-16,0-3-8 0,0 3-6 0,0 0-4 16,0 0-4-16,0 0-1 0,0 0-1 0,0 0 0 15,0 0-3-15,0 0 0 0,0 0-2 0,0 0-4 16,0 0-3-16,0 0-7 0,0 0-7 15</inkml:trace>
  <inkml:trace contextRef="#ctx0" brushRef="#br1" timeOffset="73557.42">3524 10828 13 0,'0'0'52'0,"7"0"-3"0,-7-3-3 15,6 3-3-15,-6 0 1 0,0-3 0 0,0 3 1 16,0 0 3-16,0-4-2 0,0 4 0 0,0 0 0 16,0 0-4-16,0-4-2 0,0 4-3 0,0 0-5 15,0 0-4-15,0 0-2 0,0 0-4 16,0 0-2-16,0 0 0 0,0 0-1 0,0 4 2 16,0-4 4-16,0 4 1 0,-6-4 4 0,6 3 7 15,-7 4 5-15,7-2 6 0,-7 1 5 0,7 2 5 16,0 3 3-16,0 1 4 0,-6-2 0 0,6 1 1 15,0 3-3-15,0-2-4 0,0 2-3 0,6 1-5 16,-6-1-6-16,0 1-5 0,7 0-4 16,-7-4-5-16,7 3-1 0,-7 1-2 0,6-4-2 15,-6 0 0-15,0 1 0 0,0-2-1 0,0 1 2 16,0 0-3-16,0-4-1 0,0 4-2 0,0-3-1 16,0-2 0-16,0 6-3 0,0-5-2 0,0 0-2 15,6 1-1-15,-6-1-1 0,7-4 1 0,-7 2-4 16,0 3-1-16,0-5 0 0,0 0-1 0,0 1-1 15,0 0 0-15,0-4 0 0,0 0-2 0,0 3 1 16,0-3-1-16,0 0-3 0,0 0 1 0,0 0 1 16,0 0-5-16,0 0-9 0,0-3-14 0,0-1-26 15,0 0-35-15,-7 1-38 0,7 0-43 16,-6-2-41-16,0 2-34 0,-1-5-49 0,0 4-54 16,1-3-35-16</inkml:trace>
  <inkml:trace contextRef="#ctx0" brushRef="#br1" timeOffset="74007">3979 11005 146 0,'0'-4'135'0,"-12"4"-27"16,6 0-14-16,-2 4-9 0,-4-4-3 15,-1 3-5-15,6-3-6 0,0 4-7 0,0 0-6 16,7-1-6-16,0 4-6 0,0-2-4 0,0-2-5 16,7 5-4-16,0-2-1 0,0 2-4 0,-2-5 3 15,9 6 3-15,0-3 5 0,-2 2 2 0,2-1 5 16,-2 0 6-16,8 0 6 0,-7 5 7 0,0-5 3 15,0 3-1-15,-7 2-1 0,8-5 0 0,-8 4-3 16,1-4-3-16,-1 5-5 0,-6-4-5 0,0-2-3 16,0 2-4-16,-6-1-4 0,-1 1-4 0,1-1-5 15,-8-4-5-15,8 5-6 0,-7-5-4 0,6 1-5 16,-5 0-3-16,-2-1-4 0,8-3-1 0,-7 0-6 16,-1 0-3-16,8 0-6 0,-6 0-7 15,4-3-7-15,-4-1-9 0,4 0-14 0,3 1-19 16,-2-5-18-16,-7 1-22 0,9 0-17 0,-1-1-20 15,-2 5-13-15,8-5-11 0,-6 2-5 0,6-2 1 16,6 0 6-16,2 1 4 0,-8-1-5 0,11 1-17 16,-4 0-21-16</inkml:trace>
  <inkml:trace contextRef="#ctx0" brushRef="#br1" timeOffset="74274.53">4494 10924 129 0,'0'-3'279'16,"0"3"-55"-16,0 0-47 0,0 0-27 0,0 0-12 0,0 3-5 16,0 1-4-16,7 3-3 0,-7 4-3 15,0-4-7-15,0 8 3 0,6-4 5 0,-6 7 4 16,7-3 4-16,-7-1 3 0,7 5 3 0,-7 0 1 16,6-1-3-16,-6-4-7 0,6 5-13 0,1-2-16 15,-7-2-17-15,0 0-17 0,7 4-18 0,-7-5-16 16,6-3-11-16,-6 4-9 0,0-4-12 0,0 0-22 15,0-4-27-15,0 0-33 0,-6 1-32 0,6-5-30 16,-7 1-43-16,7-4-50 0,-13 4-45 0,7-4-27 16,-14-4-14-16,7 4-15 0,-13-4-30 15,6 4-39-15,-13-6-6 0</inkml:trace>
  <inkml:trace contextRef="#ctx0" brushRef="#br1" timeOffset="74440.45">4097 11181 151 0,'0'-5'332'0,"0"2"-57"0,6-1-40 16,2 4-31-16,4-7-18 0,1 3-17 0,0 1-18 16,6-1-21-16,7 0-25 0,7 1-22 0,-7-4-24 15,7 2-19-15,-1-1-23 0,8 2-22 0,-8-3-34 16,1 3-41-16,-1-4-45 0,1 5-42 0,0-1-39 16,-1 1-33-16,-6-1-34 0,0 4-40 15,-7-4-34-15</inkml:trace>
  <inkml:trace contextRef="#ctx0" brushRef="#br1" timeOffset="74874.09">5119 11026 233 0,'-6'0'224'0,"-7"5"-46"0,0-2-29 0,-1-3-14 0,2 8-5 16,-2-2-6-16,2 2-4 0,-8 0-6 16,8 2-5-16,-8 1-8 0,6 4-8 0,-5 0-9 15,6-1-9-15,0 4-9 0,7 1-8 0,-8-1-8 16,14 1-7-16,-6-1-8 0,6 0-4 0,6 0-5 16,-6 1 0-16,14-5-4 0,-8 1 3 0,7-4 1 15,0-1 4-15,6 3 3 0,-5-6 5 0,6 0 6 16,-2-3 3-16,3-1 5 0,5-3 5 0,-7 0 1 15,7-3 2-15,0-1 3 0,0-3 5 0,7-5 3 16,-7 1 5-16,0 0 1 0,-1-4-1 0,2-3-1 16,-1 4-6-16,-14-4-6 0,2-1-10 15,-1-3-13-15,-13-3-11 0,7 2-9 0,-7 2-6 16,0-1-5-16,-7 3 1 0,-6 1-4 0,-1 4-2 16,2-2-4-16,-8 5-5 0,0 0-9 0,-6 4-20 15,7 4-25-15,0-5-38 0,-1 8-31 0,-6-3-30 16,13-1-36-16,-7 4-40 0,8 0-41 0,-2 4-26 15,2-1-14-15,-1 1-3 0,6 3-15 0,0 5-21 16,0-6-17-16</inkml:trace>
  <inkml:trace contextRef="#ctx0" brushRef="#br1" timeOffset="75141.23">5061 11210 69 0,'7'8'333'0,"-7"-5"-62"16,12 8-51-16,-5-4-32 0,6 1-18 0,6-2-10 16,-5 6-12-16,12-1-16 0,-7 0-17 0,7-1-16 15,0 2-16-15,1-1-13 0,-1 0-13 0,-1 0-9 16,1 0-9-16,0 0-6 0,-6-4-6 0,-1 4-8 15,-5-4-12-15,-2-3-18 0,2 0-19 16,-8-1-37-16,7 1-54 0,-13-4-62 0,0 0-74 16,0 0-84-16,0 0-69 0,0-4-37 0</inkml:trace>
  <inkml:trace contextRef="#ctx0" brushRef="#br1" timeOffset="75574.11">6208 11048 205 0,'0'0'419'0,"0"0"-56"0,6 0-76 0,0 0-56 16,0 0-31-16,8 0-17 0,-1 0-11 0,0 0-13 15,6 0-17-15,1 0-21 0,-1 0-19 0,7-3-17 16,-6 3-17-16,6 0-19 0,1 0-15 0,5-3-18 16,-6 3-20-16,-7 0-26 0,7-5-22 0,-13 5-23 15,7-3-22-15,-7 3-22 0,0 0-26 0,-7-3-28 16,8-2-23-16,-8 5-14 0,-6 0-13 16,0 0-7-16,0 0-8 0,0 0-12 0,-13 0-20 15,0 5-19-15</inkml:trace>
  <inkml:trace contextRef="#ctx0" brushRef="#br1" timeOffset="75740.23">6240 11214 231 0,'6'4'346'0,"1"3"-54"0,-1-4-44 0,14 1-27 16,-8 0-11-16,8-1-8 0,7 1-14 0,-21-4-19 15,0 4-25-15,8-4-26 0,-2 3-28 0,8-3-34 16,-1 0-41-16,-6 0-46 0,8-3-56 0,-9-1-71 15,-5 0-65-15,6 1-70 0,-13-1-87 0,7 4-60 16,-1-4-27-16</inkml:trace>
  <inkml:trace contextRef="#ctx0" brushRef="#br1" timeOffset="79257.1">7555 10932 18 0,'0'0'169'0,"0"0"-34"0,0 0-23 0,0-4-9 16,7 4-3-16,-7-4 2 0,0 4-1 0,7 0 0 15,-1 0-3-15,0-3-2 0,0 3-3 0,2 0-5 16,-8 0-4-16,-8 0-9 0,8 0-11 0,0 0-10 16,0-3-9-16,0 3-12 0,-6 0-9 15,6 0-11-15,0 0-11 0,0 0-15 0,0 0-17 16,0 0-22-16,-6 0-27 0,6 0-24 0,0 0-25 15,-6 0-20-15,6 0-14 0,-7 0-8 0,7 0-7 16,0 0-5-16,0 3-11 0,-7-3-17 0</inkml:trace>
  <inkml:trace contextRef="#ctx0" brushRef="#br1" timeOffset="80059.38">7431 10891 101 0,'0'0'79'0,"0"-4"-24"16,0 4-11-16,0 0-5 0,0 0 0 0,0 4-1 15,0-4 1-15,-6 4 0 0,6 0 4 16,-6-2 3-16,6 3 7 0,-7 3 5 0,1 2 6 16,-1-2 4-16,0 3 6 0,1 3 5 0,0 1 6 15,-1 3 4-15,-6 0 3 0,7 0-1 0,-1 4-3 16,0 1-3-16,1-1-6 0,-1 0-8 0,7 0-4 16,0-1-8-16,0 2-4 0,0-1-5 0,0 0-5 15,7 0-3-15,-1-4-1 0,1 0 1 0,0 0-2 16,-1-3-1-16,0-5-4 0,1 6-3 0,0-9-1 15,-1 4-3-15,-6-3-4 0,6-5-3 0,-6 4-5 16,0-3-1-16,0-4 0 0,0 4 2 0,0-4 3 16,0 3 2-16,0-3 2 0,0-3 1 0,-6 3-4 15,0-4 0-15,-1 0-3 0,0 1-5 16,1-4-4-16,-7-4-3 0,6 3-3 0,1-7-1 16,-1 4 1-16,-5-3 2 0,12-1 3 0,-8 0 3 15,8-2 2-15,-6-2 6 0,6 1 6 0,0-1 6 16,6 5 3-16,-6-5 4 0,8 1 2 0,4 0 0 15,-5-1 3-15,6 1 0 0,6 3-4 0,1-2 1 16,0 2-5-16,13-4-1 0,-15 4-5 0,15 4-1 16,-1-3-2-16,1-1-4 0,-1 4-3 15,2 0-2-15,-9 4 1 0,8-4-1 0,-7 4-2 16,-6-1 1-16,6 5-1 0,-13 0 1 0,6 3-1 16,-6-4 2-16,0 4-1 0,0 4 0 0,-6-4 3 15,-7 3 1-15,0 4 2 0,0 0 1 0,-7 1 0 16,-6 2 1-16,-6 1-1 0,-7 4-2 0,-1 0 0 15,-5-4-7-15,-1 3-1 0,-5 1-5 0,5 4-1 16,-6-8-1-16,7 3-2 0,-1-3-2 0,7 0-2 16,0 4-5-16,6-8-9 0,1 3-20 0,5-2-29 15,2-4-34-15,5-4-36 0,0 0-38 16,1 0-53-16,6 0-58 0,0 0-51 0,0 0-36 16,0 3-51-16,0-3-48 0,0 4-16 0,6 0 11 15</inkml:trace>
  <inkml:trace contextRef="#ctx0" brushRef="#br1" timeOffset="80489.84">6956 11678 203 0,'-6'0'396'16,"6"5"-55"-16,6-1-63 0,-6-4-47 0,13 0-32 16,0 0-17-16,14 0-14 0,-8 0-13 0,13 0-16 15,1 0-14-15,6-4-12 0,6 4-7 16,8 0-9-16,-8-5-11 0,7 2-12 0,7 3-11 0,-6-3-9 16,-2-1-10-16,-5 0-11 0,-7 1-18 0,0 3-21 15,-13-4-24-15,0 0-30 0,-6 1-27 0,-1-1-30 16,-6 4-37-16,-6-7-45 0,-1 3-44 15,-6 0-31-15,-6 4-21 0,-7-3-22 0,-7 3-34 16,0 0-37-16,1 0-11 0</inkml:trace>
  <inkml:trace contextRef="#ctx0" brushRef="#br1" timeOffset="81189.5">7289 11756 90 0,'-14'8'207'0,"8"-1"-57"0,-1 0-40 0,1 4-20 16,0 0-11-16,-2-3-5 0,8 2-2 0,0 5-3 16,0-4-2-16,0 3 0 0,0 0 1 0,0 1 2 15,8-4 3-15,-8 5 2 0,6-2 1 0,-6-3-1 16,0 3-4-16,0-2-1 0,0-1-4 0,0 0-5 16,-6-1-4-16,6-2-5 0,-8-1-7 0,8 0-4 15,0-3-4-15,-6-1-5 0,6 2-1 0,0-2-2 16,0-3 0-16,0 0 0 0,0 0 0 15,0 0-1-15,-6 0 0 0,6-3-2 0,0-2 0 0,0 2-1 16,0-1-1-16,0 1-4 0,0-5 0 16,6 1-1-16,-6 0-3 0,6 0-3 0,-6-1-3 15,14-3-4-15,-8 4-1 0,7-4-4 0,1 0-2 16,-2 0 0-16,2-3-3 0,5 3 2 0,1-5 0 16,-1 5-2-16,0 1-1 0,8-1 2 0,-7 0 0 15,-2 4-1-15,2-1 2 0,-7 1-2 0,7 3 3 16,-8 0-1-16,2 1 2 0,-1 0 2 0,0 3 5 15,0 3 7-15,-1-3 10 0,8 3 13 0,-6 5 13 16,-8-1 16-16,7 1 13 0,0 2 12 0,-6 1 10 16,5 0 4-16,-5 1-5 0,6 2-4 15,0-3-10-15,-6 4-11 0,6-4-12 0,-7 0-11 0,0-1-13 16,8-2-8-16,-14 3-6 0,6-4-6 16,1 1-5-16,-1-5-4 0,1 4-1 0,-7-3 1 15,6 0-2-15,-6-4-1 0,0 3 0 0,7-3-1 16,-7 0-2-16,0 0 1 0,6-3 1 15,-6 3-3-15,0 0-1 0,0 0 1 0,0 0-1 16,0 0 0-16,0 0 0 0,0 0-2 0,0 0-8 16,0 0-12-16,0 0-22 0,0 0-28 0,0 0-35 15,0 0-30-15,6 0-31 0,-6 0-30 0,7-4-35 16,0 4-30-16,-1-4-23 0,1 1-10 0,0-1-1 16,5-3-3-16,-5 3-18 0,-1-3-19 0,1 0-18 15</inkml:trace>
  <inkml:trace contextRef="#ctx0" brushRef="#br1" timeOffset="82723.39">6832 11898 83 0,'-6'0'162'16,"6"5"-31"-16,0-5-18 0,-6 3-8 0,6-3-2 15,0 3 3-15,0-3 5 0,6 5 4 0,-6-3 4 16,0-2-1-16,6 5-4 0,1-2-2 0,-1 1-5 15,1 0-7-15,-7 3-8 0,7-3-13 0,-1 3-12 16,-6 1-11-16,0-1-7 0,0 0-10 0,0 0-6 16,0 1-7-16,-6 2-5 0,6-2-5 0,-7 3-4 15,7-4-3-15,0 4-4 0,-7-4-1 0,7 5-2 16,-6-5-3-16,6-1-2 0,0 3-7 0,0-6-8 16,0 1-13-16,0 0-17 0,6-4-25 15,-6 0-27-15,7 0-32 0,-7 0-30 0,7-4-28 16,-1 0-24-16,0 1-21 0,1-6-28 0,0 7-32 15,-7-6-31-15</inkml:trace>
  <inkml:trace contextRef="#ctx0" brushRef="#br1" timeOffset="83772.97">7542 11840 2 0,'7'0'89'16,"-7"0"-16"-16,0 0-9 0,6 0-4 0,-6 0 0 15,0 0-2-15,0 0-1 0,0 0 0 0,0 0-1 16,-6 0-1-16,6 0 1 0,0 0 1 0,-7 0 3 16,1-3 0-16,0 3 1 0,-2 3 1 0,2-3-1 15,0 0 0-15,-7 4 2 0,6-4 2 0,-6 3-2 16,-7 1 0-16,8 0 1 0,-2-1-1 0,2 1 1 15,-8 3-1-15,7-4-2 0,-7 6-3 0,8-3 0 16,-8 2-4-16,7 0 2 0,-1 3-1 16,2-4 0-16,-1 4 1 0,0-4 0 0,0 4 1 15,-1 0 0-15,2 0 6 0,6 0-2 0,-2 0-2 16,2 0-1-16,6 0-4 0,0-1-3 0,0 3-5 16,6-7-7-16,8 5-5 0,-2-3-5 0,2-1-3 15,-1-3 0-15,7 3 0 0,-2-3 3 0,-4-4 1 16,12 3 2-16,-7-3-2 0,7 0 1 0,-6-3-3 15,7-1-5-15,-9 0-5 0,9 1-4 16,-7-6-4-16,6 3-4 0,-7-5-3 0,1 3 0 16,-8-2-2-16,2 2 2 0,-2-3-2 0,2 0-1 15,-1 0 0-15,-7 0 0 0,0 0 0 0,1 1 0 16,-7 2-1-16,0-3 1 0,0 4 1 0,0-1 2 16,0 0 0-16,0 6 2 0,0-3 0 0,0 2-1 15,-7 0 3-15,7 3-4 0,-6-5 0 0,6 5-1 16,0 0-1-16,-6 0-1 0,6 0-1 0,0 0 1 15,0-3 0-15,0 3 0 0,0 0-2 16,0 0 0-16,0 0 1 0,0 0 0 0,0 0 2 16,0 0-3-16,0 0 1 0,0 0-2 0,0 0 2 15,0 0-4-15,0 0 0 0,6 0 0 0,-6 0-2 16,6 0 0-16,-6 0 1 0,7 0 1 0,-7 0 0 16,0 0 4-16,7-4-1 0,-1 4 0 0,7 0 2 15,-6 0 1-15,-1-4 1 0,7 4 0 0,-6 0-2 16,-1 0 0-16,7 0 0 0,-7 0 0 0,2 0 0 15,-2 0 2-15,7 4 5 0,-13-4 8 0,6 4 11 16,1-1 10-16,-1 2 9 0,1 1 4 16,-7 1 5-16,0-2 2 0,6 2 3 0,-6 4-7 0,6-4-7 15,-6 5-8-15,0-2-7 0,0 1-2 16,7 4-7-16,-7-4-1 0,0 0-6 0,7 4-1 16,-1-5-3-16,1 2 0 0,0-1-2 0,5 0-1 15,1 0 1-15,1-4 2 0,-2 0 0 0,2 1-2 16,5-4 3-16,-6 2 0 0,0-2 1 0,1-4 1 15,5 4-1-15,0-4 0 0,-6-4-1 16,7 0-1-16,-2 1 0 0,3-4-2 0,-8-1-1 16,5-3-2-16,-3 0-1 0,-3-1-2 0,1 2 2 15,1-5-3-15,-8 0-1 0,0 1 0 0,2-1-3 16,-8 1-1-16,-8-4-3 0,2 6 2 0,0-2-3 16,-8 3 1-16,1-1-2 0,1 5-3 0,-8 1 0 15,-1 1-6-15,-5 2-3 0,8-1-13 0,-2 0-9 16,-6 4-20-16,1 0-22 0,5 0-29 0,0 0-30 15,1 0-24-15,12 0-28 0,7 4-30 0,0-4-37 16,0 0-31-16,0 0-15 0,0 0-6 0,0 0-7 16,7 0-21-16,6 0-23 0,-7 0-11 15</inkml:trace>
  <inkml:trace contextRef="#ctx0" brushRef="#br1" timeOffset="84039.54">8643 11614 22 0,'0'0'293'16,"0"3"-49"-16,0-3-47 0,0 0-26 0,-6 3-13 16,6 5-4-16,-7-5-1 0,0 9-2 0,1-2-5 15,-8 1-8-15,2 0-14 0,-1 4-17 0,0-1-16 16,0 1-17-16,-7 0-15 0,8-1-14 15,-2 2-12-15,1-2-12 0,0 1-14 0,0 0-15 16,7-5-18-16,-8 1-20 0,8 0-25 0,0-4-34 16,-1-3-43-16,-6 0-42 0,0-1-36 0,1-3-41 15,-2-3-51-15,-6-1-52 0,6 0-24 0</inkml:trace>
  <inkml:trace contextRef="#ctx0" brushRef="#br1" timeOffset="84223.14">8342 11653 112 0,'8'0'417'0,"-2"0"-37"0,1 0-72 0,0 4-55 16,5-4-36-16,2 0-21 0,-2 4-19 0,2-1-16 15,5 1-16-15,1 0-20 0,-1-1-18 0,7 5-17 16,-6-1-18-16,0 0-13 0,-1 0-15 0,7 1-22 16,-14-5-29-16,8 4-34 0,0 1-33 15,-7-4-38-15,7-1-43 0,-8 1-46 0,-5 0-45 16,0-4-36-16,-7 0-23 0,0 0-29 0,0 0-34 15,0 0-33-15</inkml:trace>
  <inkml:trace contextRef="#ctx0" brushRef="#br1" timeOffset="84706.02">9177 11422 180 0,'0'0'238'0,"0"0"-52"0,0 0-34 15,0 4-19-15,0-4-9 0,0 4-4 0,0 3-4 16,-6-3-4-16,6 2-9 0,-7 3-9 0,7-3-8 16,-7 5-10-16,1-3-7 0,6 4-6 0,-7-6-4 15,1 5 0-15,0 0-1 0,-1 1 0 0,7-5 0 16,-7 4 3-16,1 0 4 0,0-1 2 0,-1 5 4 15,0-4-1-15,7 0-1 0,-6 0-5 16,-1 0-5-16,7 1-9 0,0-2-9 0,0 1-8 16,0-3-9-16,0 3-9 0,0-4-5 0,0 0-4 15,0-3-3-15,0 3-3 0,0-3-10 0,0-4-14 16,0 3-22-16,0 1-23 0,0-4-25 16,7-4-34-16,-7 4-39 0,-7-3-41 0,7-1-33 0,-6-3-27 15,0-1-24-15,-1 2-38 0,-6-3-37 16,13 3-21-16</inkml:trace>
  <inkml:trace contextRef="#ctx0" brushRef="#br1" timeOffset="91255.78">8903 9576 5 0,'0'0'22'0,"0"0"-2"0,0 0-1 0,0 4 1 16,0-4 2-16,0 0 2 0,0 3 1 0,0-3 2 15,0 0 4-15,0 4 1 0,0-4 2 0,0 3 1 16,0-3-1-16,0 0-1 0,0 0-3 0,0 0-2 15,0 0-5-15,0 0-10 0,0 0-11 0,-6 4-18 16,0-4-19-16,-1 0-25 0,-6 5-44 0,7-5-56 16</inkml:trace>
  <inkml:trace contextRef="#ctx0" brushRef="#br1" timeOffset="91922.97">7041 10569 34 0,'0'3'223'0,"-6"1"-69"0,6-4-45 16,-7 4-26-16,7-4-14 0,0 0-10 0,-7 0-7 15,7 0-8-15,0 3-9 0,0-3-10 16,0 0-15-16,0 0-8 0,0 0-8 0,0 0-5 16,0 0-8-16,0 0-5 0,0 0-8 0,0 0-5 15,0 0-5-15,0 0-7 0,0 0-12 0,0 0-11 16,0 0-12-16,0 0-16 0,0 0-24 0,0 0-31 16</inkml:trace>
  <inkml:trace contextRef="#ctx0" brushRef="#br1" timeOffset="92371.17">9489 9880 43 0,'20'4'37'16,"0"-4"-11"-16,-1 3-3 0,-5-3-3 0,-2 4-1 16,1-1 2-16,1-3 0 0,-8 5 3 0,0-5 6 15,0 2 7-15,2-2 5 0,-8 5 5 0,0-2 5 16,0-3 1-16,0 0-2 0,0 4-9 0,0-4-18 15,-8 0-26-15,-4 0-34 0,-1 0-59 0,-7 0-83 16,0-4-60-16</inkml:trace>
  <inkml:trace contextRef="#ctx0" brushRef="#br1" timeOffset="93004.87">9430 11297 38 0,'8'4'66'0,"-8"-4"-10"0,6 4-5 0,-6-4-1 15,0 0 2-15,0 4 5 0,7-4 4 0,-7 0 5 16,0 0 6-16,0 3 3 0,0-3 4 16,0 0-1-16,0 0-3 0,0 0-5 0,0 0-5 15,5 0-7-15,-5 0-9 0,0 0-8 0,0 0-8 16,0 0-7-16,0 0-6 0,0 0-6 0,0 0-6 16,0 0-2-16,0 0-5 0,0 0-1 0,0 0-4 15,0 0-2-15,0-3-2 0,-5 3-2 0,5 0-6 16,0 0-6-16,0 0-10 0,-7-4-13 0,7 4-14 15,0 0-16-15,0-4-17 0,0 4-18 0,0-4-19 16,-6 4-27-16,6-3-38 0,0-1-42 0</inkml:trace>
  <inkml:trace contextRef="#ctx0" brushRef="#br1" timeOffset="93937.69">8976 11419 66 0,'0'0'73'0,"-8"-4"-20"0,8 4-14 16,-6-3-8-16,0 3-5 0,-1-4-3 0,7 4-1 15,-7 0 1-15,1-4 1 0,6 4 2 0,0 0 4 16,-6 0 3-16,6 0 4 0,0 0 2 0,0 0 2 16,0 0 1-16,0 0-1 0,0 0 0 0,0 0 0 15,0 0-3-15,0 0-1 0,0 0 2 16,6 0-2-16,-6 0 0 0,0 0 2 0,0 0 0 16,0 0 1-16,0 0 2 0,0 4-3 0,0-4-2 15,0 0-4-15,0 0-3 0,0 0-4 0,0 0-6 16,0 0-3-16,0 0-4 0,0 0-5 0,0 0-4 15,0 0-2-15,0 0-3 0,0 0-3 0,0 4-1 16,0-4-3-16,0 0 0 0,0 0-3 0,0 0-1 16,0 0 0-16,0 0-1 0,0 0 3 0,0 0-1 15,0 0 3-15,6 0 1 0,-6 0 0 0,7 0 4 16,-7 0 0-16,0 0 1 0,0-4 0 0,0 4 2 16,0 0 0-16,0-4 0 0,0 4 1 15,0 0-1-15,0 0 1 0,0 0 0 0,0 0-1 16,0 0 1-16,0 0-1 0,0 0-1 0,0 0 1 15,0 0-1-15,0 0 0 0,0 0 0 0,0 0-1 16,0 0 0-16,0 0 2 0,0 0-1 0,0 0-1 16,0 0 0-16,0 0 1 0,0 0 0 15,0 0 0-15,0 0-1 0,0 0 0 0,0 0 0 0,0 0 1 16,0 0-2-16,0 0 1 0,0 0-1 16,0 0 0-16,0 0 1 0,0 0-2 0,-7 4 0 15,7-4 0-15,-6 0 0 0,6 0-1 0,0 4 0 16,-6-4 1-16,6 0-1 0,-7 0 1 0,7 3 1 15,-6-3-1-15,6 0 1 0,0 0 3 0,0 4 0 16,0-4 0-16,0 0-1 0,-7 3 1 0,7-3-1 16,0 0-2-16,0 0-3 0,0 4-5 0,0-4-9 15,0 0-9-15,0 0-12 0,0 0-17 0,-7 0-16 16,7 0-18-16,-6 0-20 0,0 0-28 0,-1 0-40 16,0 0-41-16</inkml:trace>
  <inkml:trace contextRef="#ctx0" brushRef="#br1" timeOffset="94971.31">9041 11467 11 0,'6'-5'9'0,"7"5"-4"16,-6-3-4-16,5 0-1 0,-5 3-3 0,-1-5 0 15,-6 5-1-15,7 0 2 0,-7-4-1 0,0 4 0 16,0 0 2-16,0 0-2 0</inkml:trace>
  <inkml:trace contextRef="#ctx0" brushRef="#br1" timeOffset="95654.82">9144 11412 21 0,'0'0'41'0,"7"-4"-9"0,-1 4-6 0,-6 0-1 15,7 0-3-15,-7 0-2 0,0 0 0 0,7 0 0 16,-7 0 0-16,0 0 3 0,0 0 0 0,0 0-1 16,6 0 0-16,-6 0-2 0,0-4-1 0,0 4-3 15,0 0-2-15,6 0-3 0,-6 0 0 0,0 0 0 16,0 0-2-16,0 0 4 0,0 0 1 0,0 0 1 15,0 0 5-15,0 0 2 0,8 0 3 0,-8 0 5 16,0 0 4-16,0 0 3 0,0 0 1 16,0 0 2-16,0 0 1 0,0 0-2 0,0 0-2 15,0-4-4-15,0 4-6 0,0 0-4 0,0 0-5 16,0 0-4-16,0 0-3 0,0 0-3 0,0 0-1 16,0 0 6-16,0 0 2 0,0 0 5 0,0 0 4 15,0 0 5-15,0 0 4 0,0 0 2 0,0 0 2 16,0 0-2-16,0 0 0 0,0 0-2 0,0 0-2 15,0 0-2-15,0 0-4 0,0 0-4 16,0 0-2-16,0 0-3 0,0-3-3 0,0 3-4 16,0 0-2-16,6 0 0 0,-6 0-2 0,0 0 1 15,0 0-1-15,0 0 4 0,0 0 6 0,0 0 7 16,0 0 8-16,-6 0 4 0,6 0 7 0,-8 0 6 16,8 0 7-16,-6 0 1 0,6 3 0 0,0-3-1 15,-6 4 1-15,6-4 1 0,-7 8 4 0,0-5 6 16,1 4 6-16,-1 4 10 0,1-3 11 0,0 7 9 15,-1-1 8-15,0 0 6 0,1 1 3 0,0 4-1 16,-1-1-7-16,0 4-10 0,7-4-8 16,0 4-11-16,0-3-9 0,0 3-8 0,0 0-9 0,0-5-6 15,0 6-2-15,7-5-5 0,-7 4-3 0,7-4-5 16,-1-3-4-16,-6 4-5 0,6-4-1 16,1-1-5-16,-7-3-5 0,0 0-4 0,7 0-1 15,-7-4-2-15,0-3-3 0,6-1-3 0,-6 0-10 16,0 1-11-16,0-4-19 0,-6 0-32 0,6-4-42 15,0 1-39-15,0-4-39 0,0 0-36 0,6-4-36 16,-6 0-35-16,0-4-22 0,6 0-3 0,1-3 13 16,-7 4 15-16,6-6 18 0,1 3 12 0,0 2 8 15,-1 0 5-15</inkml:trace>
  <inkml:trace contextRef="#ctx0" brushRef="#br1" timeOffset="96170.88">9633 11316 100 0,'6'-4'249'0,"-6"1"-53"15,7-5-39-15,0 4-23 0,-1 1-12 0,6-1-4 16,2-3-2-16,-7 3-2 0,5 1-6 15,2 3-8-15,-9-4-6 0,9 0-6 0,-2 4-3 16,-4 4-6-16,4-4-5 0,-4 4-5 0,4-1-4 16,-5-3-2-16,-1 8-2 0,1-5 3 0,0 1 3 15,-7-1 2-15,0 1 3 0,0 4 5 0,6-5 4 16,6 1 6-16,2 0-2 0,-1-1 7 0,0 0 3 16,0 5-5-16,0-3-2 0,-6 2-4 0,5-4-4 15,-5 5-5-15,0-1-1 0,-1 0-10 0,1 4-8 16,-7 0-1-16,-7 0-3 0,1 0-4 0,-8 4-5 15,2-4-7-15,-2 4-5 0,2-1-4 0,-1 0-5 16,-7 1-4-16,6 4-3 0,-4-4-2 16,4-1-1-16,-5 1 0 0,5-1 1 0,-6-3-1 15,8 0-1-15,-2 0-1 0,9 0-2 0,-2-3 1 16,0-1 0-16,7 1 2 0,0-5-2 0,0 1 1 16,0-1 1-16,0-3 3 0,14 4 4 0,-9-4 3 15,16 0 2-15,-2 0-2 0,7-4 1 0,1 4 1 16,-1-3 0-16,6-1-2 0,-6 1-2 0,7-1-2 15,-8 0-6-15,1 0-3 0,-6 1-1 0,6-1-1 16,-13 0-2-16,1 1-1 0,-2 3-11 0,-5-3-15 16,0-2-23-16,-7 5-36 0,6 0-61 0,0-3-63 15,-6-2-72-15,7 2-86 0,-1-4-77 0,1 3-96 16,-7-3-62-16,13-4-16 0,7 4 27 0</inkml:trace>
  <inkml:trace contextRef="#ctx0" brushRef="#br1" timeOffset="96704.71">10850 11257 141 0,'-6'-4'429'0,"6"4"-28"16,0-3-61-16,6 0-38 0,2 3-9 0,-2-4-1 15,0 0-4-15,8 1-12 0,-1 3-17 0,6-4-15 16,-6 0-21-16,7 1-34 0,-1 3-47 0,1-4-41 16,0 4-30-16,-1-3-18 0,0 3-11 15,8-4-10-15,-15 4-10 0,7 0-5 0,1 0 3 16,0-4-14-16,-7 4-10 0,-6 0-14 0,5 0-16 15,-5 0-21-15,-1 0-26 0,1 0-36 0,0 0-48 16,-7 0-31-16,0 0-27 0,0-4-26 0,0 4-27 16,-7 0-25-16,0 0-14 0,-6 4 6 15,1 0 11-15,-8 0 16 0,-6 3 15 0,6 4 23 0,-5-4 34 16,-2 3 43-16,-5 2 40 0,6-1 38 16,0 0 36-16,6-1 34 0,-6 2 34 0,13-1 31 15,-6 0 26-15,5-3 23 0,14 2 23 0,0-2 22 16,0-1 23-16,7 0 19 0,-7 0 13 0,7 1 15 15,6-5 19-15,6 1 40 0,-6 0 27 0,13-1 10 16,-7 1-3-16,15 0-7 0,-9-4-11 0,7 4-13 16,1-4-29-16,-7 3-54 0,0-3-50 0,0 0-37 15,-13 0-28-15,7 4-22 0,-6-4-23 0,-8 0-30 16,6 0-41-16,-5 0-57 0,0 0-78 0,-1-4-82 16,1 4-108-16,-7-3-113 0,-7-1-132 15,1 0-55-15,-1 0-13 0,7-3 28 0</inkml:trace>
  <inkml:trace contextRef="#ctx0" brushRef="#br1" timeOffset="103705.63">10870 11426 53 0,'0'0'57'0,"0"0"-17"0,7 0-9 0,-7 0-6 16,7-4-4-16,-7 4-5 0,6 0-3 15,1 0-2-15,-1-3-1 0,0 3 2 0,1 0 0 16,0-4 2-16,-1 4 2 0,-6 0 4 0,13 0 6 0,-13 0 3 16,7 0 6-16,-1 0 3 0,-6 0 4 15,0 0 3-15,0 0 2 0,0 0-1 0,0 0-3 16,0 0-4-16,0 0-8 0,0 0-9 0,0 0-13 16,0 0-17-16,0-3-23 0,0 3-22 0,0 0-28 15,-6 0-40-15,-1 0-54 0,7 0-66 0</inkml:trace>
  <inkml:trace contextRef="#ctx0" brushRef="#br1" timeOffset="104469.78">11756 11228 180 0,'0'-3'239'0,"0"3"-47"15,0-4-28-15,0 1-17 0,0-1-9 0,7 0-2 16,-1 0-7-16,0 1-6 0,2-1-10 0,4 0-7 16,2 1-6-16,-2-5-5 0,8 5-3 0,-1-5 0 15,1 4 6-15,0 1 7 0,-7-1 14 0,-1-3 18 16,8 3 14-16,-7 4 8 0,7-4 4 0,-8 1-4 15,2 3-7-15,-2 0-11 0,2 0-19 16,-8 0-21-16,7 3-20 0,0 1-14 0,-6 0-11 16,5-1-6-16,-4 5-5 0,-2-1-6 0,0 1-3 15,1 0-3-15,-1-2-3 0,-6 2-2 0,-6 3-3 16,-1-4-3-16,1 4-1 0,0 0-5 16,-2-4-3-16,-4 5-4 0,-1-2-3 0,6-3-1 0,-6 4-4 15,7-4 0-15,-8 1-1 0,2 3 0 16,5-7-1-16,0 2 0 0,1-1 1 0,0 3-3 15,6-5-3-15,-7 1-6 0,7-1-6 0,0-3-2 16,0 4-4-16,0-4-2 0,0 0-3 0,7 4-2 16,-1-4 2-16,-6 0 3 0,13 0 7 0,-6 0 3 15,-1 0 4-15,8 3 4 0,-2-3 3 0,8 0 3 16,-7 0 1-16,-1 4 2 0,8-4-2 0,0 0 1 16,-7 4 1-16,7-4 1 0,-8 3-1 0,8 1 2 15,-7-1 0-15,0 1 1 0,0 0 1 0,1 3 1 16,-8-3 2-16,7 3 1 0,-13-3 5 0,6 3 1 15,-6 0 5-15,-6 1 2 0,-1 3 2 16,-5-5 2-16,-2 3 0 0,1 2 0 0,-7 0 0 16,1-5-4-16,0 3-4 0,-1-3-4 0,0 2 0 15,1-1-4-15,-1 0-2 0,7-3-5 0,-6-1-5 16,6-3-7-16,-1 0-10 0,2 0-8 0,-2 0-26 16,2 0-39-16,-1 0-56 0,-1-3-58 0,2 3-69 15,-2-4-74-15,2 4-74 0,-8-3-96 0,1 3-63 16,-1 3-16-16,7-3 22 0</inkml:trace>
  <inkml:trace contextRef="#ctx0" brushRef="#br1" timeOffset="105204.05">5028 12262 7 0,'0'0'14'0,"0"0"2"16,7 0 3-16,-7 0 4 0,0 0 7 0,7 0 7 16,-7 0 7-16,5 0 4 0,-5 0 1 0,0 0-1 15,7 0-1-15,-7 0-2 0,0 0-7 0,0 0-6 16,0 0-11-16,0 0-10 0,0 0-14 0,-7 0-17 16,7 0-20-16,0 0-27 0,-5 0-45 0,-9 0-57 15</inkml:trace>
  <inkml:trace contextRef="#ctx0" brushRef="#br1" timeOffset="106153.77">4618 12393 72 0,'-13'4'96'0,"-6"0"-42"0,6-4-26 16,6 3-17-16,-6-3-11 0,0 4-9 0,6-4-7 15,1 3-4-15,0 1-4 0,-1-4 0 0,7 4 3 16,-7-4 3-16,7 3 6 0,0-3 6 0,7 5 7 16,-7-5 6-16,7 0 7 0,-7 0 7 15,0 3 8-15,6-3 10 0,-6 3 7 0,0-3 8 16,0 0 5-16,0 4 8 0,6-4 6 0,-6 4 3 16,0-4 3-16,0 0 1 0,0 3 2 0,0-3 0 15,0 3 0-15,0-3 1 0,0 5 1 0,0-5 1 16,0 4 2-16,0-4 0 0,0 3 0 0,0 2 2 15,0-3 3-15,0 2-2 0,0 4-1 16,7-2-2-16,-7 1 2 0,0 2 6 0,7 2 10 16,-7 0 12-16,6 0 10 0,-6 3 9 0,0 1 3 15,-6 3-2-15,6-3-6 0,-7 4-11 0,7-5-18 16,0 4-23-16,-7 0-18 0,7-7-17 0,-6 4-11 16,6 0-8-16,0-5-5 0,-6 2-4 0,6-5-2 15,0 0 0-15,0 0 1 0,0-3 2 0,0 0-3 16,0-4 3-16,0 3 1 0,0-3 1 0,-7-3-3 15,0 3-1-15,1-4-4 0,-1 0-6 0,-5-3-4 16,4 3-5-16,-4-2-4 0,-1-3-3 0,6 2 1 16,1 4-1-16,-1-4 0 0,-5 3-1 0,4 0 0 15,8-3 0-15,-6 3-1 0,0 1-6 0,6-5-2 16,0 5-7-16,0-5-5 0,0 2-2 16,6 1-6-16,-6-2-5 0,6 0-4 0,8 0 1 15,-1-1 2-15,0 0 5 0,0 1 5 0,-1 0 4 16,8 3 6-16,-7-3 7 0,7 3 7 0,-7 1 4 15,6-1 3-15,1 4 1 0,-1 0 1 0,1 4 4 16,0-1 1-16,-1 1 3 0,1 3 1 0,6-3 3 16,-7 8 5-16,1-5 5 0,0 0 2 0,-1 4 7 15,-6 0 0-15,0 0 1 0,0 0-2 0,0 0-1 16,-7-4-6-16,1 0-2 0,0 4-3 0,-1-7-9 16,0 3-1-16,-6-4 0 0,0 2-1 0,7-1 2 15,-7-1-2-15,0-3-1 0,0 0-1 16,7 0-3-16,-7-3-5 0,0-1-6 0,0-1-7 15,0-2-8-15,6-3-6 0,1 2-4 0,5-3-3 16,2-3 1-16,-2 3 3 0,2 0 5 0,-1 0 8 16,-7 4 9-16,8-1 14 0,-8 0 21 15,0 6 16-15,0 2 15 0,8-5 14 0,-2 10 16 0,2-5 12 16,-7 2 11-16,-2 6 2 0,9 3-4 16,-7 0-7-16,-7 1-10 0,5 2-9 0,2 0-12 15,-7 1-11-15,7-1-14 0,0 2-9 0,-7-2-12 16,6 0-6-16,-6-2-5 0,7 2-10 0,-7-6-19 15,0 2-27-15,6-2-41 0,-6-4-52 16,6-1-50-16,-6 1-60 0,0-4-76 0,-6-4-70 0,0 4-67 16,-7-3-67-16,13-1-33 0,-7 1 6 0,7-5 29 15</inkml:trace>
  <inkml:trace contextRef="#ctx0" brushRef="#br1" timeOffset="106986.72">5354 12727 275 0,'0'7'302'0,"6"-4"-77"0,1 1-59 0,0 0-38 0,-1-1-22 15,7-3-13-15,0 4-9 0,6-4-8 0,-5-4-11 16,5 4-7-16,1-3-5 0,0-1-2 16,-1-3-1-16,1 4 0 0,-8-6-1 0,2 2 1 15,-2 0 1-15,2 4 0 0,-8-5 3 0,1 1 2 16,-7 0 1-16,6-1 5 0,-6 5 4 0,0-5 8 15,-6 5 10-15,6 0 14 0,-7-2 11 0,1 5 9 16,-8 0 4-16,8 0-4 0,0 0-9 16,-1 5-10-16,-6-5-18 0,-7 6-21 0,1-2-20 15,-1 3-13-15,1 4-7 0,-1 0-1 0,0 0 2 16,-6 0 4-16,7 1 8 0,6-2 9 0,0 5 5 16,-1-5 5-16,2 2 3 0,-2-1-1 0,8 0-3 15,6 0-6-15,0 0-7 0,0 0-9 0,0-4-4 16,6 0-8-16,2 1-9 0,-2-1-6 0,6 0-10 15,-4-4-15-15,4 2-23 0,2-5-30 0,-1 4-40 16,-1-4-43-16,8-4-34 0,0 4-30 0,-1-5-28 16,7 2-21-16,0-4-12 0,-6 3 0 0,6 1 17 15,7 0 23-15,-8-2 23 0,1 2 24 16,7 3 32-16,-7-4 31 0,7 0 31 0,-7 1 27 16,0 3 24-16,0-4 18 0,-7 1 14 0,7-1 9 15,-6 0 6-15,0-3 9 0,-7 4 7 0,-1-2 7 16,2-2 8-16,-1 4 7 0,-7-1 11 0,1-3 13 15,-1 3 13-15,-6 0 15 0,7 1 15 0,-7-2 13 16,-7 3 11-16,7-3 8 0,-6 5 6 0,6-3 0 16,-7 3-4-16,1 0-8 0,-7 3-8 0,-1-3-7 15,2 5-2-15,-1 2-1 0,-7-4 1 0,7 5 1 16,0-1 2-16,0 0 0 0,0 0-4 0,0 1-5 16,0-1-14-16,6 1-13 0,1-1-15 0,6 0-15 15,0-3-13-15,0 4-11 0,6-2-7 16,1-2-5-16,0 0 0 0,5-1 0 0,-5-3 2 15,-1 0 3-15,8 0-1 0,-2 0-1 0,2-3 2 16,-2-1-1-16,2-3 0 0,-1-1-1 0,-1-3-3 16,2 1-5-16,-1-1-1 0,-7-4-4 0,1 0-7 15,-1 1-6-15,1-5-7 0,-7 1-7 0,0-1-7 16,0-2-8-16,-7-1-1 0,1-4 1 16,6 4 4-16,-13 0 6 0,13 4 11 0,-13-1 17 15,13 5 22-15,-6 3 18 0,-2-1 15 0,2 6 10 16,6-2 10-16,-6 5 7 0,6-1 2 0,0 4-5 15,-7 0-9-15,7 0-4 0,0 4-5 0,0 3-3 16,0 0-2-16,0 4-2 0,0 0-3 0,7 0 0 16,-7 3-1-16,6 1 1 0,0 0-3 0,2 4-2 15,-2-1-2-15,7 1-5 0,-7-2-2 0,1 5-7 16,-1-4-5-16,7 1-8 0,-7-1-4 0,8 1-9 16,-8-5-11-16,1 1-18 0,0 0-27 15,5-4-37-15,-5 3-53 0,-1-7-56 0,1 1-51 16,0-5-60-16,-1 1-61 0,0-4-50 0,-6 0-38 15,7 4-40-15,-7-4-31 0,7-4 11 0,5 0 28 16</inkml:trace>
  <inkml:trace contextRef="#ctx0" brushRef="#br1" timeOffset="107504.26">6702 12719 381 0,'0'0'466'16,"0"3"-26"-16,7-3-33 0,-1 5-36 0,-1-5-30 16,10 4-25-16,-2-4-20 0,6 0-14 0,-6 0-24 15,7 0-37-15,-7-4-56 0,0 4-47 0,0-5-36 16,7 5-23-16,-1-3-16 0,1 3-19 0,-7-4-18 16,0 4-26-16,-2-3-28 0,4 3-34 0,-2-4-47 15,-7 4-51-15,7-3-44 0,-6-1-37 16,5 4-33-16,-12-4-27 0,8 1-19 0,-2 3-6 15,-6 0 15-15,-6 0 21 0,-2 0 20 0,2 3 18 16,-7 1 18-16,0 3 14 0,-6-3 12 0</inkml:trace>
  <inkml:trace contextRef="#ctx0" brushRef="#br1" timeOffset="107686.54">6669 12877 7 0,'0'7'280'0,"7"-2"-7"0,6-3-18 0,0 2-12 0,0-4 3 16,13 0 11-16,-6 0 24 0,5 0 13 0,2 0-5 15,-8-4-15-15,1 4-22 0,-1-2-22 0,1-3-27 16,0 5-34-16,-1-3-50 0,-5-1-46 16,-2-1-36-16,1 2-34 0,0 0-37 0,0-1-51 15,-7 0-52-15,2 1-46 0,-2 0-61 0,0-5-65 16,1 4-61-16,-14 0-63 0,1 4-64 0,0-3-29 16,-2 3 9-16</inkml:trace>
  <inkml:trace contextRef="#ctx0" brushRef="#br1" timeOffset="117969.76">7242 12818 118 0,'0'0'213'0,"-6"0"-62"0,0 0-48 15,6 0-31-15,0 0-19 0,0 0-11 16,0 0-8-16,6 0-8 0,-6-3-10 0,6 3-8 16,2 0-4-16,-2-4-1 0,0 4-1 0,1 0 0 15,-1 0-1-15,-6 0 1 0,7 0 1 0,-7 0 0 16,7 0 1-16,-7-3 1 0,0 3-1 0,0 0-1 16,0 0-4-16,0 0-7 0,-7 0-10 0,7 0-13 15,-7 0-13-15,7 0-17 0,0 0-13 0,0 0-15 16,0 0-11-16,0 0-16 0,0 3-20 0,0-3-25 15</inkml:trace>
  <inkml:trace contextRef="#ctx0" brushRef="#br1" timeOffset="118701.82">7392 12774 106 0,'0'0'174'0,"0"0"-37"0,-6 0-22 16,6 4-12-16,0-4-3 0,0 0-2 16,0 0 1-16,0 0-1 0,0 0-3 0,0 0-4 15,0 0-4-15,6-4-4 0,-6 4-6 0,0 0-2 0,7 0-7 16,0-3-6-16,-1 3-5 0,1-5-4 16,-1 5-5-16,8-2-4 0,-2-3-2 0,2 2-3 15,5-1-2-15,1 0-2 0,-2 1 0 0,2-1 0 16,0 0 0-16,5 1-2 0,2 0-1 0,-7-1 1 15,-1-1-1-15,7 2 1 0,-6 3 1 0,-1-4 1 16,0 4-1-16,-5 0 1 0,5 4 3 0,-6-4 5 16,0 3 5-16,0 2 5 0,-6-1 5 15,-1 2 7-15,8 2 7 0,-14-1 5 0,0 0 2 16,0 5 2-16,-7-1-2 0,-6 0-6 0,-7-1-6 16,7 2-8-16,-6-1-7 0,0-1-9 0,-8 1-6 15,8 0-8-15,-1 0-8 0,1-3-1 0,-1 4-4 16,1-6-6-16,5 5-3 0,-6-3-4 0,14-1 0 15,-6-3-3-15,5-1-2 0,0 1-2 0,1 0-3 16,6-1-2-16,0-3-3 0,0 4-5 0,0-4-4 16,0 3-4-16,0-3 0 0,6 0-1 0,1 0-1 15,0 0 2-15,5 0 4 0,2-3 5 16,-2 3 4-16,2 0 3 0,-1-4 2 0,6 4 2 16,0 0 5-16,1 0 0 0,-7 0 0 0,7 0 0 15,0 0 3-15,-8 0 1 0,8 4 5 0,-7-1 7 16,-1 1 6-16,2 4 6 0,-8-1 7 0,8 0 7 15,-14 4 4-15,6 0 6 0,-6 0-2 0,-6 0 3 16,-8 0-2-16,8 1-1 0,-1-5-3 0,7 3-6 16,-7 0-4-16,1-1-5 0,0-1-3 0,-1-2-8 15,1-2-8-15,-1 3-12 0,1-4-17 0,-1 2-24 16,1-2-41-16,0-3-53 0,-2 0-55 0,2-3-60 16,0-2-70-16,-1 2-61 0,1 0-52 0,-1-1-56 15,1 0-46-15,12 1 4 0,-6-5 28 16</inkml:trace>
  <inkml:trace contextRef="#ctx0" brushRef="#br1" timeOffset="118985.75">8382 12852 63 0,'0'0'376'0,"8"0"-34"0,-8 0-68 0,0 0-53 16,6 0-39-16,-6 0-26 0,12 0-23 0,-5 0-20 16,6-5-20-16,0 5-22 0,1-3-18 0,-2-1-18 15,8 0-13-15,-1 1-8 0,1-1-6 0,0 1-3 16,5-1-5-16,-5 0-5 0,-8 1-4 0,2-1-9 16,6 1-7-16,-14-2-13 0,7 2-13 0,-7-1-19 15,8 1-21-15,-14-1-24 0,6 0-23 0,-6 1-21 16,-6-1-20-16,6 4-16 0,-14-4-16 0,8 4-23 15,-7 0-22-15,7 0-26 0</inkml:trace>
  <inkml:trace contextRef="#ctx0" brushRef="#br1" timeOffset="119251.16">8487 12697 102 0,'0'0'213'0,"0"4"-41"0,0 3-28 0,0 0-14 16,6 0-6-16,-6 5 1 0,7-1 4 0,-7 0 0 16,6 4-3-16,-6-1-4 0,0 1-6 0,7 0-3 15,0 3-1-15,-1-4-4 0,-6 5-4 0,6-4-3 16,0 3-4-16,2-3-5 0,-2-1-5 0,0-3-7 16,-6 3-11-16,0-2-11 0,7-1-11 15,-7-4-20-15,6 4-27 0,-6-8-29 0,7 2-27 16,0-2-30-16,-1-3-34 0,0 0-44 0,-6 0-48 15,0-3-37-15,0-2-26 0,-6 5-27 0,0 0-33 16,-1-3-36-16,0-1-14 0</inkml:trace>
  <inkml:trace contextRef="#ctx0" brushRef="#br1" timeOffset="120318.39">9347 12690 12 0,'0'0'120'0,"0"-4"-23"15,0 4-16-15,0 0-7 0,0 0-3 0,0 0-1 16,6 0 2-16,-6 0 3 0,0 0 2 0,0 0 5 15,6 0 3-15,-6 0 4 0,7 0 6 0,-7 0 5 16,0-3 5-16,0 3 2 0,0 0 0 0,0 3-2 16,0-3-3-16,0 0-4 0,-7 4-4 15,7-4-3-15,0 4 0 0,0-1 3 0,0 1 8 0,0 0 15 16,-6-1 14-16,6 4 12 0,0 0 5 16,-6 5 4-16,-1-5-5 0,7 4-8 0,-7 1-11 15,1 2-18-15,6 1-17 0,-6 0-15 0,-1-1-12 16,0 0-8-16,1 5-6 0,6-2-5 0,-7 2-5 15,7-1-6-15,0-2-5 0,0 2-7 0,0-3-3 16,7-1-6-16,-1 1-4 0,8-5-4 16,-8 5-4-16,7-4-1 0,0-4-1 0,6 4-1 15,-12-3-3-15,12-4 4 0,-5 3-2 0,-2-3 0 16,8-4 1-16,-8 2 0 0,3-2-3 0,-4 0 2 16,3 0-1-16,-1-2 0 0,7-2 1 0,-13-3 1 15,5 0-1-15,-6 2 0 0,8-2 1 0,-8 0-1 16,-6-1 2-16,0-2-2 0,0 3 0 0,0-1-3 15,-6 1 3-15,0-1 2 0,-8 1 1 0,2 0 0 16,-2 3 0-16,1 1 2 0,-7 3-2 0,2-5 4 16,-9 10-2-16,1-5-4 0,0 3 0 0,-7 4-1 15,7 1-9-15,-6-1-15 0,5 0-22 16,1 0-46-16,1 1-58 0,11-1-59 0,-4-3-86 16,4-4-88-16,-6 3-102 0,7 1-83 0,1 0-43 15,12-4 11-15,6-4 36 0</inkml:trace>
  <inkml:trace contextRef="#ctx0" brushRef="#br1" timeOffset="126417.9">10037 12906 196 0,'-7'3'328'0,"1"-3"-57"0,6 0-52 0,-7 0-39 15,7 0-25-15,0 5-20 0,-6-5-16 0,6 0-20 16,0 0-20-16,0 0-19 0,0 0-18 0,0 0-12 16,0 0-10-16,0-5-4 0,6 5-3 0,-6 0 2 15,0 0 3-15,0 0 3 0,0 5 3 0,-6-5 5 16,6 0 5-16,0 2 7 0,0-2 7 0,-7 0 7 16,7 0 8-16,0 0 6 0,-6 0 5 0,6 0 6 15,-6 0 2-15,6 0-1 0,-8 5-1 0,8-5-3 16,0 0-5-16,-6 0-7 0,6 0-5 15,0 0-8-15,-6 0-5 0,6 4-5 0,0-4-1 16,6 0-2-16,-6 0 1 0,6 0 2 0,-6 0 0 16,0 3 2-16,8-3 3 0,-2 0 1 15,0 0 0-15,1 0-1 0,-1 0-1 0,1 0-1 0,-1 0-1 16,7 0-2-16,1 0-4 0,-2-3-1 16,8 3-4-16,-7-4-1 0,7 4-5 0,6-5-5 15,-7-2-5-15,7 4-3 0,0 0-5 0,0-1-9 16,-7-4-8-16,8 6-7 0,-8-3-7 0,-6 2-13 15,1-1-18-15,-2 4-27 0,-5-5-28 0,0 5-29 16,-1-3-29-16,0 0-29 0,1 3-32 0,-1-4-33 16,-6 0-30-16,-6 4-17 0,-1 0-3 0,-5 4 8 15,-2 0 12-15,2 2 12 0,-15 3 13 0,8-1 14 16,-8-2 12-16</inkml:trace>
  <inkml:trace contextRef="#ctx0" brushRef="#br1" timeOffset="126633.79">9972 13053 65 0,'0'3'166'0,"0"-3"-27"0,0 4-20 0,0 0-6 16,6-4 2-16,0 0 8 0,8 2 10 0,-1-2 9 15,6 0 7-15,-6 0 1 0,7 5 0 0,0-5-6 16,-1 0-4-16,1 0-7 0,-1 0-1 0,0 0-9 16,-6 0-8-16,7 0-10 0,-6 0-12 0,4 0-14 15,-11 0-12-15,6 0-17 0,0 0-25 0,1-5-32 16,-8 5-30-16,7-2-32 0,0-2-37 15,0 0-44-15,0 1-50 0,-6-1-44 0,5-4-31 16,-12 6-19-16,7 2-26 0,0-5-28 0,-7 5-34 16</inkml:trace>
  <inkml:trace contextRef="#ctx0" brushRef="#br1" timeOffset="129566.75">8415 12741 4 0,'-13'0'28'0,"7"4"-2"0,0-1-3 0,-8 1-3 16,8-4-2-16,-8 4-5 0,0-1-8 0,3 2-9 16,-4-3-12-16,4 3-12 0,-9 2-12 0</inkml:trace>
  <inkml:trace contextRef="#ctx0" brushRef="#br1" timeOffset="130499.26">7601 13250 142 0,'0'0'190'0,"0"0"-34"0,0 0-23 16,0 0-11-16,6 0-2 0,-6 0 3 0,14 0 3 15,-8 0 1-15,1 0 1 0,12 0-4 0,-6 0-5 16,0 0-5-16,0 0-5 0,7 0-6 0,-1 0-6 15,1 0-5-15,6 4-5 0,-7-4-3 0,1 0-1 16,0 0 2-16,5 0 0 0,-5 0 1 16,0 0-2-16,6 4-1 0,-1-4-4 0,-5 0-5 15,6 0-5-15,0 0-11 0,-1 0-9 0,1 0-9 16,0-4-7-16,1 4-9 0,0 0-4 0,-1 0-2 16,6-4-3-16,1 4-2 0,-7-3-3 0,0 3 2 15,-1-4-3-15,2 1 0 0,-1 3-3 0,0-4 0 16,0 4 0-16,-7-3 0 0,7 3-2 0,-12 0-2 15,5-5-1-15,1 5-1 0,0 0 0 0,-8 0 0 16,1 0 2-16,7 0-2 0,-8 0 2 16,2 0 0-16,6 0 0 0,-7 0-1 0,6 0-1 15,-6 0 0-15,7 0-3 0,-1 0 2 0,-6 0-2 0,6 0 1 16,1 0 1-16,-7 0 1 0,7 0 0 16,-8 0 0-16,8 0 0 0,-6 0-4 0,5 0 4 15,1 0-1-15,-8-3 1 0,8 3 0 0,-1 0-1 16,1-4 1-16,0 4-3 0,-1 0 6 0,1-3-3 15,-8 3 0-15,2 0 0 0,6 0 0 0,-8 0 1 16,1 0-1-16,7 0 1 0,-7 0-1 0,-6 0 0 16,5 0-2-16,-5 0-1 0,-1 0-1 0,1 0-3 15,6 0-1-15,-7 0-1 0,2 0-3 0,-2 0-5 16,0-4-4-16,0 4-3 0,8 0-5 0,-8 0-3 16,7 0-6-16,-7 0-6 0,8 0-7 15,-8-4-8-15,8 4-7 0,-8 0-6 0,0 0-11 0,1-3-11 16,-1 3-11-16,8-4-17 0,-8 4-22 15,0-4-34-15,-6 4-35 0,-6-3-34 0,-7 3-35 16,0 3-46-16,0-3-53 0,13 0-26 0</inkml:trace>
  <inkml:trace contextRef="#ctx0" brushRef="#br1" timeOffset="130933.13">8506 13371 187 0,'7'0'300'16,"0"0"-57"-16,-1-3-42 0,0 3-32 0,8 0-16 15,-2-4-10-15,1 4-11 0,1-3-15 0,4 3-18 16,-4-4-22-16,6 4-17 0,-7 0-14 0,6 0-13 16,-6 0-8-16,0 0-6 0,0 0-4 15,0 4-3-15,0-1-3 0,-6 4-1 0,-1-3 2 16,0 4 4-16,-6 2 1 0,0 1 2 0,0 0 0 16,-6 1-1-16,0 2 1 0,-1-3-1 0,-6 1-2 15,7 1 0-15,-1-1-4 0,1-1-1 0,-1-3 0 16,7-2-2-16,0 2 0 0,0-5 0 0,0 0 4 15,7 2 6-15,-1-5 3 0,7 3 5 0,0-3 2 16,0-3 2-16,1 3 0 0,5-5-3 0,0 2-7 16,0 0-18-16,8-1-18 0,-1 0-23 0,0-2-27 15,0-2-39-15,0-1-43 0,1 3-45 0,-8-2-38 16,7 2-32-16,-6-1-44 0,-1-5-51 0,7 4-32 16</inkml:trace>
  <inkml:trace contextRef="#ctx0" brushRef="#br1" timeOffset="131584.81">11059 12712 63 0,'0'0'246'15,"0"0"-38"-15,0-4-35 0,0 4-20 0,6 0-8 16,2 0 0-16,-8 0-1 0,5 4 1 0,-5-4-1 16,7 7-4-16,-7 1-5 0,0-1-4 0,-7 0-5 15,7 4-8-15,-5 1-7 0,-3-2-10 0,2 5-12 16,-7-1-12-16,7 1-13 0,-7-4-15 0,0 4-7 16,7-1-11-16,-8-3-10 0,8 1-8 0,-8-2-6 15,8 2-2-15,6-6-3 0,0 6 0 16,0-5-4-16,-6-3 4 0,-1 3 6 0,14-3 6 15,-1-1 10-15,7 1 12 0,6-1 12 0,-5 2 8 16,12-5 4-16,-7 0 2 0,7 0-2 0,-7 0-3 16,7 0-8-16,1-5-12 0,-1 2-9 0,0-1-10 15,-6 1-10-15,6-1-11 0,-7 1-23 0,7-1-32 16,-13-3-30-16,7 3-31 0,0-1-26 0,-8-2-29 16,2 1-34-16,-8-2-35 0,0 2-26 0,-6-2-14 15,0 4-11-15,0-1-22 0,-12-1-35 0,5 2-37 16,0 0-1-16</inkml:trace>
  <inkml:trace contextRef="#ctx0" brushRef="#br1" timeOffset="131833.37">11288 12756 96 0,'-8'8'359'0,"2"-6"-37"0,6 6-60 0,-6 3-42 16,-1-3-32-16,1 2-21 0,6 5-17 0,-7 0-19 15,7-4-18-15,-7 3-20 0,7 5-10 0,-6-5-14 16,0 4-10-16,6-2-5 0,-6-2-5 0,6 0-4 16,-8 1-6-16,8 0-8 0,0-1-6 15,-6-2-7-15,6-2-5 0,-6 1-11 0,6-2-14 16,0-2-16-16,0 0-20 0,0-7-24 0,0 3-38 16,0-3-46-16,0 0-48 0,0 0-39 0,0 0-35 15,0-3-48-15,0-1-50 0,6-4-28 0</inkml:trace>
  <inkml:trace contextRef="#ctx0" brushRef="#br1" timeOffset="131984.62">11594 12858 316 0,'0'4'414'0,"6"0"-53"0,-6-1-86 16,6 0-74-16,-6 2-61 0,7-1-52 15,-1-1-51-15,-6 2-56 0,7-5-61 0,0 2-59 16,-7 2-59-16,-7 0-71 0,7 0-71 0,0-1-46 15,7-3-11-15</inkml:trace>
  <inkml:trace contextRef="#ctx0" brushRef="#br1" timeOffset="132266.68">11913 12737 56 0,'-7'0'432'0,"7"4"-24"16,0 0-62-16,7-1-55 0,-7 5-43 0,6 0-29 15,0-1-26-15,1 0-24 0,0 0-24 16,-1 1-21-16,7-1-22 0,-6 1-19 0,6-1-17 16,-1 0-10-16,-5 4-4 0,6-4 1 0,1 0 2 15,-2 4 2-15,1-3 2 0,0-2 3 0,-6 3 3 16,5 1-2-16,-4-2-2 0,-2 2-5 0,-6 2-6 16,6-5-3-16,-6 1-7 0,0 2-6 0,0-3-5 15,-6 1-5-15,6-1-9 0,-14 1-2 0,8-1-11 16,0 0-15-16,-7-3-32 0,0-1-42 0,0 2-44 15,-1-5-43-15,2-5-46 0,-2 2-62 0,-5-1-59 16,-1-3-47-16,1 3-39 0,0-3-32 0,-1-4-24 16,1-4 3-16</inkml:trace>
  <inkml:trace contextRef="#ctx0" brushRef="#br1" timeOffset="132450.15">11900 12741 74 0,'13'-7'451'16,"13"-5"-11"-16,-7-2-33 0,7 3-22 0,0 0-21 15,7 0-18-15,-7 4-20 0,0-3-19 0,6 2-20 16,-12-1-27-16,6 3-43 0,-7-1-50 0,1 3-41 16,-1-4-31-16,1 6-24 0,0 2-19 0,-7-5-21 15,7 5-21-15,-8-3-30 0,1 3-39 0,0 0-57 16,-6 0-71-16,6-4-69 0,-6 0-99 0,-1 4-99 16,-12-3-114-16,-1 3-70 0,7 0-17 0,-7 0 30 15</inkml:trace>
  <inkml:trace contextRef="#ctx0" brushRef="#br1" timeOffset="154281.47">11294 9016 12 0,'-6'0'45'16,"-2"3"-16"-16,2-3-9 0,6 5-4 0,0-3-3 16,-6-2-3-16,6 0-5 0,-7 4-6 0,7 0-7 15,-6-4-10-15,-1 4-19 0,0-4-36 0</inkml:trace>
  <inkml:trace contextRef="#ctx0" brushRef="#br1" timeOffset="154730.73">7327 10481 61 0,'0'0'52'16,"-6"3"-36"-16,6-3-24 0,0 0-16 0,-6 0-14 15,6 0-14-15</inkml:trace>
  <inkml:trace contextRef="#ctx0" brushRef="#br1" timeOffset="155281.03">7112 10557 23 0,'-6'0'107'0,"0"5"-19"15,6-2-9-15,-7-3-4 0,0 4 0 0,7-4-3 16,-6 0-3-16,6 0-6 0,-6 0-7 16,6 0-5-16,0 0-8 0,0 0-7 0,0 0-7 15,6 0-7-15,-6 0-7 0,6 0-5 0,-6 3-4 16,0-3-2-16,7 4-3 0,-7-4-1 0,0 0-4 15,0 4-6-15,0-4-7 0,7 3-8 0,-7-3-7 16,0 0-7-16,0 0-8 0,0 4-5 0,0-4-7 16,0 0-1-16,0 0-3 0,0 0-3 0,0 0-4 15,0 0-9-15,-7 0-20 0,0 4-33 16</inkml:trace>
  <inkml:trace contextRef="#ctx0" brushRef="#br1" timeOffset="155580.07">6963 10935 77 0,'6'4'59'0,"-6"0"-21"16,7-1-16-16,-1 1-7 0,1-4-8 0,-1 3-9 15,0 1-11-15,-6 0-8 0,8-1-14 0,-2 1-17 16,0 0-23-16</inkml:trace>
  <inkml:trace contextRef="#ctx0" brushRef="#br1" timeOffset="156179.91">8141 11268 12 0,'0'0'297'0,"0"4"-53"15,0 0-44-15,0-4-31 0,0 3-20 16,0-3-11-16,0 0-3 0,7 0-3 0,0 0-6 16,-1 0-9-16,0-3-14 0,8-1-7 0,5 0-7 15,1 1-4-15,0 0-8 0,-2-6-9 0,9 3-10 16,-1-2-12-16,-6 1-8 0,5 0-10 0,-5 0-8 15,0-1-8-15,-1 4-6 0,1-3-5 0,-8 3-4 16,-4 4-4-16,-2-3-1 0,0 3-5 0,0 0-1 16,-6 0-5-16,7 0-5 0,-7 0-8 0,0 0-9 15,0 3-12-15,-7-3-23 0,7 0-29 0,0 4-38 16,-6-4-36-16,0 4-39 0,-14-4-49 0,7 0-66 16,7 0-50-16,-1-4-13 0</inkml:trace>
  <inkml:trace contextRef="#ctx0" brushRef="#br1" timeOffset="156915.26">8546 11048 22 0,'0'-3'110'0,"0"0"-41"16,0-2-26-16,0-1-14 0,0 1-9 0,0-2-3 16,6 0-2-16,-6 0-2 0,6-1 2 15,-6 5 4-15,0-4 6 0,7-1 6 0,-7 1 9 16,6-1 11-16,-6 5 12 0,0-5 12 0,7 5 10 0,0-4 9 16,-1-1 8-16,-6 5 3 0,6-1 5 15,0 0-3-15,-6-2-5 0,14 2-8 0,-8-1-10 16,1 2-11-16,0-2-7 0,-1 3-8 0,7 2-5 15,0-4-4-15,-6 4-3 0,5-4 0 0,2 8-3 16,-1-4-4-16,-7 4-3 0,7-4-4 0,0 2-5 16,-7 3-3-16,2 3-4 0,-2-1-2 0,-6 0-3 15,0 0 1-15,0 4-1 0,0-4 0 0,0 4-2 16,-6 0-3-16,-2 1-2 0,2-2-2 16,-7 5-4-16,7-3 1 0,-1-2-1 0,7-2-2 15,-6-2 0-15,-1 2 0 0,7 0 0 0,-6-1 0 16,6-4 0-16,0 5 0 0,6-5 0 0,-6 1-1 15,7 0-1-15,-1-1 0 0,1-3 1 0,-1 4 0 16,1-4 0-16,5 0 0 0,2 0 1 0,-8-4 0 16,7 4 1-16,7-3-1 0,-8 3-3 15,8-8 0-15,-6 5-4 0,5-5-7 0,1 2-6 0,-1-6-9 16,-6 1-8-16,6 0-10 0,-5 1-11 16,-2-6-10-16,2 2-8 0,-1-1-8 0,-7 0-1 15,1 1 1-15,-1-4 6 0,1 4 9 0,-1-3 9 16,-6 7 14-16,6-5 12 0,-6 8 18 0,0-4 16 15,0 4 15-15,0 3 14 0,0 0 13 0,0 1 13 16,0 3 9-16,0 0 7 0,-6 0 2 0,6 0-2 16,-6 0-6-16,6 3-8 0,0 1-9 0,6 0-11 15,-6-4-8-15,6 7-5 0,2-3-6 0,4-1-4 16,2 1-2-16,-2 1-2 0,1-3-1 0,7 2 0 16,0 0 0-16,-1-1 0 0,7 5 0 0,-6-4-1 15,6-2 0-15,-1 6 1 0,-5-3 0 16,0-1-2-16,-1-1 1 0,-5 4 1 0,-2-3 0 0,2-1-1 15,-2 1 1-15,-5 3-2 0,-1-3 0 16,-6-1-2-16,7 5-5 0,-7-5-6 0,0 1-11 16,-7 0-20-16,7-4-30 0,-6 0-38 0,-7 0-40 15,0 0-38-15,-13-4-33 0,0 0-28 0,-6 1-30 16,-1-1-29-16,1-3-13 0,-2 0 3 0</inkml:trace>
  <inkml:trace contextRef="#ctx0" brushRef="#br1" timeOffset="157047.07">9041 10851 234 0,'6'-11'271'15,"14"-1"-34"-15,-8 2-30 0,8-1-24 0,6-3-17 16,6-1-12-16,2 1-13 0,-2-6-20 0,7 2-26 16,0 4-24-16,0-5-26 0,7 4-30 0,-8-3-35 15,1 4-43-15,-6-1-47 0,0 4-48 0,-14 0-51 16,1 3-75-16,-7 6-77 0,0-6-36 16</inkml:trace>
  <inkml:trace contextRef="#ctx0" brushRef="#br1" timeOffset="162762.94">13612 8469 21 0,'-12'0'213'0,"4"5"-74"15,-4-5-45-15,5 2-24 0,-6 3-11 0,6-5-4 16,7 0-5-16,-6 3-3 0,0-3-9 0,6 0-8 15,0 0-9-15,0 0-8 0,0 0-6 0,0 0-14 16,6 0-17-16,-6 0-18 0,6 0-20 0,1 0-19 16,0 0-31-16,-1 0-57 0,1-3-67 15</inkml:trace>
  <inkml:trace contextRef="#ctx0" brushRef="#br1" timeOffset="163396.63">11919 9331 57 0,'0'0'43'15,"6"3"-11"-15,-6-3-7 0,0 0-3 0,7 4-4 16,-7-4-3-16,7 0-3 0,-7 0-2 0,0 4-3 15,6-4-3-15,-6 0-2 0,0 0-2 0,0 3-4 16,0-3-8-16,0 0-7 0,0 0-7 0,0 0-8 16,0 4-12-16,-6-4-18 0</inkml:trace>
  <inkml:trace contextRef="#ctx0" brushRef="#br1" timeOffset="165928.7">11600 9426 22 0,'-6'0'41'0,"-2"0"-6"0,2 0-3 0,0 3-1 15,0-3-2-15,-2 0 0 0,2 3 0 0,0-3 1 16,-1 5 2-16,1-5 3 0,-1 0 5 0,0 3 2 15,-5 1 2-15,6-4 5 0,-2 0 3 0,-4 5 0 16,5-3 2-16,-6-2-2 0,-6 4-3 0,-1-4-2 16,7 4 0-16,0 0-1 0,-6-1 4 0,5-3 3 15,-7 3 7-15,10-3 3 0,-2 5 7 16,0-5 3-16,0 2 0 0,7-2 0 0,-2 0-5 16,2 5-6-16,6-5-5 0,-6 0-6 0,6 0-7 15,-7 0-4-15,7 0-4 0,0 0-3 0,0 0-3 16,0 0-2-16,0-5-1 0,0 5 1 0,0 0 1 15,0 0 1-15,0 0 2 0,0-2 0 16,0 2 2-16,0 0-1 0,0 0 1 0,0-5-2 16,0 5 0-16,0 0-2 0,7 0-2 0,-7 0-1 15,6 0 0-15,0 0-2 0,2 0 0 0,-2 0-1 16,7 0-1-16,0 0-2 0,0 0-1 0,-2 0-4 16,10 0 0-16,-1 0-6 0,-1 0 0 0,1 0 0 15,6 0-2-15,0 0 1 0,1 0-1 0,-2 0 3 16,1 0-1-16,6 0 6 0,1 5-2 0,-1-5 0 15,-5 0 1-15,5 0 0 0,-6 2 1 0,1-2 1 16,-1 5 0-16,0-5 0 0,0 4 1 0,-1-4 1 16,9 3 0-16,-15 1 1 0,7-4 1 15,0 0 1-15,0 4 0 0,7-4 1 0,-14 0 3 16,7 0-2-16,-6 3-3 0,6-3-3 0,0 0 0 16,-7 0-1-16,7 0-1 0,1 0 0 0,-1 4-3 15,0-4 0-15,-1 0 1 0,2 0 1 0,-8 0-2 16,8 0-3-16,-1 0-3 0,-7 0-2 0,0 3-1 15,1-3-1-15,-1 0-2 0,1 4 0 0,-2-4-1 16,3 3 0-16,-8 2 0 0,0-5 0 0,6 3 0 16,-5 1-1-16,6-1-1 0,-8-3 1 0,8 4 0 15,-1 0 0-15,1-1 1 0,-7-3 1 0,7 4 0 16,-9-4 0-16,10 4 1 0,-1-1 0 0,-1 1 0 16,1-1-2-16,-8-3-1 0,8 5 1 15,0-2 2-15,-1-3-2 0,1 4-1 0,-1-1 1 16,1-3 0-16,0 4 1 0,-1 0 0 0,1-4-1 15,6 3-2-15,-14-3 0 0,8 4 0 0,6-4 0 16,-7 3 1-16,1-3 2 0,0 4-1 16,-1 1 0-16,7-5 0 0,-12 0 1 0,11 0 0 15,-5 0 0-15,0 0 1 0,-1 0-3 0,7 0 0 16,-6 0 0-16,-1 2 0 0,1-2-2 0,6 0-1 16,-6 0-3-16,-1 0-6 0,1 0-1 0,-1 0-4 15,0 0-1-15,-5 0-3 0,5 5 1 0,-5-5 0 16,4 0 3-16,-4 0 4 0,-8 0 4 0,7 0 3 15,1 0 1-15,-8 0 3 0,6 0 1 0,2 0 1 16,-1-5 1-16,0 5 0 0,0 0 0 0,-7 0 0 16,8 0 0-16,-2-2 0 0,2 2 0 0,-1 0 0 15,-1 0 0-15,2 0-3 0,-2-5-3 0,2 5-3 16,5 0-6-16,-6-4-5 0,0 4-7 16,-1 0-4-16,2 0-4 0,-2 0 1 0,3-3-1 15,-9 3 3-15,6 0 5 0,-4 0 5 0,-8 0 6 16,6 0 5-16,0 0 4 0,-6 0 2 0,7 0 4 15,-7 0 1-15,6-4 1 0,-6 4 2 0,0 0-2 16,7 0 2-16,-7-3-1 0,7 3 0 0,-7 0-1 16,6-4 1-16,-6 4-1 0,0-4 3 0,0 4-1 15,6-3 1-15,-6-1-1 0,0 4 3 0,0-3-1 16,0-2 1-16,0 2-3 0,0-4 0 0,0 3 0 16,0 0-2-16,0-3 1 0,0 3-2 0,0-3 2 15,0-1-1-15,0 1 0 0,0 0 0 0,0 0-1 16,0 0 2-16,0-2-2 0,0 2 1 0,0 1-1 15,0-6-1-15,-6 5 1 0,6-5-1 16,0 6 1-16,-6-5-1 0,6 3 0 0,-7-3-1 16,7 4 0-16,-7 0 0 0,7 0 0 0,0-5 1 15,-6 5-1-15,6 0 2 0,-7 0 0 0,7-1 0 16,0 0 0-16,-6-2 0 0,6 2-2 0,0-3-1 16,-6 1-4-16,6 2-3 0,0-3-1 15,0 0-2-15,0 0 0 0,-8 0-1 0,8 4 1 16,-6-3 0-16,6 2 3 0,-6-3 3 0,6 4 1 15,0-4 1-15,-6 4 3 0,6-5-1 0,-7 1 1 16,7 4 2-16,0-5-1 0,0 5 1 0,0-4 0 16,0 4 0-16,0-4-1 0,0 0 0 0,0 0 0 15,0 4 0-15,7-4 1 0,-7 0-1 0,6 0 0 16,-6 1 1-16,0-2 1 0,0 1 0 0,0 0 0 16,0 0 1-16,0 0-1 0,0 0 2 0,-6 0 0 15,6 0-2-15,-7-4 0 0,7 4 1 0,0-4 0 16,-8 1 0-16,8 0-1 0,-5-1 2 15,5-4-1-15,0 5-1 0,0-1 1 0,0-3 0 0,5 3 1 16,-5 1-2-16,0-5 0 0,8 4-1 16,-8 0 0-16,0-3 0 0,0 7 0 0,7-4-1 15,-7 5 1-15,0-5 4 0,0 3 6 0,0 6 10 16,0-5 6-16,-7 3 5 0,7 1 3 0,0 0 3 16,-8-1 2-16,8 1-3 0,-5 3-5 0,-2-2-7 15,1-2-8-15,-2 4-3 0,8-3-3 0,-6 0-2 16,0 3-1-16,0-3 1 0,-1 3 0 0,0-4 2 15,1 5 4-15,-7-4 4 0,0 3 1 0,-6 0 4 16,13 1 0-16,-2-1 1 0,8 0 0 16,-6 1-3-16,0-2-2 0,-7 3-3 0,6-3-2 0,0 2-5 15,-12 0-2-15,6-2-2 0,0 2-1 0,0-1-1 16,-6 0-2-16,-1 1 1 0,0 0-2 0,-6 3 0 16,7-4 1-16,-7-1 2 0,6 2-3 15,-6 0 2-15,0-5-1 0,-6 5 0 0,6-1 1 16,-1 0-1-16,1-3 0 0,0 4 0 0,0-5 3 15,1 4 3-15,5 1 1 0,-6-1 2 0,-1 0-1 16,8-2 1-16,-1 6 3 0,1-5 1 16,0 2-2-16,-8-1-5 0,8 1-1 0,0 3-1 15,-1-4 1-15,6 4-2 0,-5-4-3 0,-1 4 1 16,1-3-1-16,6 3 0 0,-7-4 1 0,1 4-1 16,5-4-2-16,-11 1 0 0,5 3-1 0,-6-5 0 15,6 5 0-15,-5 0-1 0,-1 0 1 0,0-2-1 16,-1 2 2-16,1-5-1 0,-6 5 1 0,5 0 1 15,-5-3 0-15,-1 3-2 0,1 0-1 0,-1 0 2 16,7 0 0-16,-6 0 1 0,6 0-1 0,0-4 0 16,-7 4 1-16,8 0 1 0,5 0 0 0,-6-4-1 15,7 4 2-15,-1-3-1 0,0 3 0 16,-6-4-1-16,13 4 0 0,-7-4 0 0,1 4 1 16,-7 0-1-16,6-3-1 0,1 3-1 0,-1-4 0 15,-6 4-2-15,0 0-3 0,7 0-4 0,-7 0-2 16,-7 0 5-16,7 0-6 0,0 0-2 0,0 0-3 15,-1 0-1-15,1 0 1 0,1 0-1 0,5 0-2 16,-6 0-7-16,0 0 1 0,7 4 0 0,-1-4-1 16,-6 0 0-16,7 3-1 0,-7-3 2 0,6 0 2 15,0 0 2-15,1 4 3 0,-7-4-2 0,6 0 5 16,1 0 5-16,-1 0 3 0,0 0 3 0,1-4 2 16,6 4 0-16,-6 0 4 0,5 0 3 15,1 0 0-15,0-3-1 0,7 3-1 0,-1 0 0 16,1-4 0-16,0 4 1 0,-2 0-1 0,8 0 1 15,-6 0-1-15,6 0 0 0,0 0 1 0,-6 0 0 16,6 0-1-16,-7 0 0 0,7 0-1 0,0 0 0 16,-6 4 1-16,6-4 0 0,-7 0-2 0,0 3 1 15,1-3 0-15,0 4 0 0,6 0 1 0,-6-1 0 16,-2 5 0-16,2 0 0 0,0-1 0 16,6 0 0-16,0 0 0 0,0 4 0 0,0-4 0 15,0 4 0-15,0-3-1 0,0 3-1 0,6-4-1 16,-6 4 3-16,0 0 0 0,0-1 0 0,6-1-1 15,-6 1 1-15,0 2-1 0,8-1 1 0,-8-4 0 16,6 4-1-16,-6 0 0 0,0-1 1 0,6 2 0 16,-6-1 1-16,6 0-1 0,-6 4 0 0,7-5 0 15,-7 1 0-15,0 5-1 0,0-6 2 0,0 5-1 16,0-1 0-16,-7 1 1 0,1 0 0 0,0-1-1 16,6 1 2-16,-14 0-2 0,8-1 0 15,0 1 0-15,-1 0 0 0,0-4 0 0,1 3 0 0,6 1 0 16,0-4 0-16,0 3 0 0,0 1 0 15,0-4 1-15,0 4-1 0,0-1-2 0,6-2 1 16,-6 1 1-16,7-1 1 0,-7 3 0 0,7 0-2 16,-7-5 1-16,6 1 0 0,0 4 3 0,-6-4-2 15,0 3-2-15,8 1 1 0,-2-4 0 0,-6 4 0 16,6-4 0-16,0 4 0 0,1-1-1 0,0-3 1 16,-1 4 0-16,-6-1 1 0,7 1 0 0,-1 0-1 15,-6-4 0-15,0 4 0 0,6-1 1 0,-6 1 0 16,0 3 0-16,-6-3 2 0,6-4-1 0,0 3-1 15,-6 0 2-15,-1 1 1 0,1-4 3 0,-1 5 2 16,7-6 2-16,-7 5-1 0,1-4 3 16,0 0 0-16,0-4-2 0,-2 1-1 0,8-1-9 15,-6 0-17-15,0 0-26 0,6-2-34 0,0-2-50 16,0 0-65-16,6-3-70 0,-6 0-90 0,0 0-89 16,6 4-39-16,8-4-14 0</inkml:trace>
  <inkml:trace contextRef="#ctx0" brushRef="#br1" timeOffset="167446.43">769 12789 103 0,'-13'0'176'0,"-7"4"-58"0,8-4-40 0,-2 0-26 16,2 3-13-16,-2-3-10 0,1 0-10 0,6 0-8 0,2 4-5 15,-2-4-5-15,0 0-3 0,7 0-7 16,0 0-9-16,0 3-10 0,0-3-10 0,0 0-14 0,0 0-15 16,7 5-22-16,-7-2-31 0,-7-3-40 0</inkml:trace>
  <inkml:trace contextRef="#ctx0" brushRef="#br1" timeOffset="170861.13">2847 13796 102 0,'0'-3'246'15,"0"3"-62"-15,0-4-45 0,0 0-31 0,0 1-18 16,0-1-12-16,0 0-12 0,0-4-14 0,0 6-10 15,0-6-8-15,0 0-4 0,-7 5 3 0,7-3 3 16,0 1 8-16,-7 1 8 0,7-4 5 0,-6 5 7 16,6 0 3-16,0-1-2 0,0-3-1 15,0 4-6-15,0-2-5 0,6 2-10 0,1-5-6 16,0 5-8-16,6-5-8 0,7 1-5 0,-2 0-6 16,2-1-3-16,7-2-5 0,-1 6 1 0,-7-3-3 15,7-1 1-15,0 5 0 0,-6 3-1 0,-1-5 1 16,1 5 0-16,-8 0 2 0,2 0-2 0,5 5 0 15,-13-2 0-15,2 1 1 0,4 0 1 0,-12 3 1 16,6 4 3-16,2-3 1 0,-8 2 2 0,0 1 3 16,0 4 2-16,-8-4 3 0,2 0 2 15,0 3 1-15,-8 1 0 0,8-1 1 0,-7-2-2 16,0 2 0-16,-6 1-3 0,5 0-2 0,2-4-2 16,-1 0-6-16,-7-1-1 0,14-2-5 0,-1-1-1 15,0-3-5-15,1 3-2 0,6-3-3 0,-6-4-3 16,6 3-1-16,0 1-2 0,6-4 1 0,-6 5 3 15,6-5 0-15,1 2 3 0,6-2 2 0,-7 5 1 16,8-5 4-16,5 3-1 0,1-3 1 0,-8 3-1 16,8-3 0-16,-1 4 2 0,1 0 0 0,0 0-1 15,-7-2 1-15,0 3 0 0,0 2 1 0,-1 1-1 16,2-1 1-16,-8 0 1 0,1 4 2 16,-7 0 1-16,0 4 3 0,0-5 2 0,-7 5 1 15,1 0 4-15,0-1 2 0,-2 2 1 0,-4-2 0 16,6 1 3-16,-8-1-2 0,1-3 1 0,7 4 0 15,-8-4-5-15,8-1 0 0,0-2-3 0,0 1-4 16,6-3-2-16,-8-3-2 0,8 1-3 0,0 0-1 16,0-4 1-16,8 3 0 0,-8 2-1 0,12-5 2 15,-6 2-2-15,8-2 1 0,-8 5-1 16,7-5-1-16,-6 0-5 0,6 3-3 0,-7-3-7 16,0 0-4-16,2 4-7 0,-2-4-8 0,7 4-9 15,-6-4-10-15,-7 0-14 0,6 3-20 0,-6-3-24 16,-6 4-30-16,-8 0-28 0,2-4-29 0,-2 3-39 15,-5 1-57-15,-1-1-47 0,8 2-17 0</inkml:trace>
  <inkml:trace contextRef="#ctx0" brushRef="#br1" timeOffset="171395.48">3732 13997 89 0,'-6'5'59'0,"6"-5"-30"15,-7 0-16-15,7 3-9 0,0-3-4 0,0 4-1 16,0-4 0-16,0 3 1 0,0-3 4 0,0 4 7 16,0-4 6-16,0 7 11 0,0-7 7 0,0 8 12 15,0-5 10-15,0 4 9 0,0-2 9 0,7 1 7 16,-7 2 4-16,6 0 1 0,-6-2 2 0,0 3 1 16,7-3 1-16,-7 5-3 0,0-3-1 15,7 3-3-15,-7 0 0 0,0 0 0 0,6-5-1 16,-6 6-2-16,0-5-2 0,0 0-4 0,0 1-3 15,-6-5-5-15,6 2-1 0,-7-3-2 0,7-2 1 16,0 0 4-16,0 0 7 0,0 0 4 0,-7 0 4 16,1-2 3-16,-1-6-3 0,-6 4-6 0,13-7-10 15,-6 4-14-15,-2-8-12 0,8 4-13 0,0-3-5 16,0-1-11-16,14 0-6 0,-7 0-4 0,-1 1-2 16,7 3 0-16,1-4-1 0,-2 4-3 0,2 0-11 15,5 1-10-15,-6 2-14 0,6 1-14 0,-5-1-16 16,-2 1-18-16,8 4-19 0,-7-1-26 0,7 0-28 15,-8 1-27-15,2 3-23 0,-9 3-15 16,9-3-13-16,-8 8-7 0,8-5-9 0,-8 4-10 16,0 1-8-16,2-1 0 0</inkml:trace>
  <inkml:trace contextRef="#ctx0" brushRef="#br1" timeOffset="171777.96">4332 14027 108 0,'6'-4'102'0,"0"1"-18"15,1-1-11-15,0 4 0 0,-7-4 3 0,0 4 7 16,0 0 9-16,0 0 11 0,0 0 8 0,-7 0 6 16,0 4 5-16,-5-4 3 0,5 7 1 15,-12-3-2-15,-1 3-8 0,1 5-9 0,-7-1-11 0,6 0-11 16,1 4-12-16,-1-1-9 0,6 0-10 16,2 1-8-16,-1 0-7 0,6-4-7 0,0 1-7 15,7-3-4-15,7 2-2 0,0-4-4 0,-1-2-2 16,1-2-2-16,5 1-1 0,2 0-1 0,6-8 1 15,5 0-3-15,1-4-1 0,0 1-2 0,1-7-2 16,-1 3-2-16,0-7-3 0,-7-1-2 0,1 1-1 16,0 0-1-16,-8-4-3 0,8-1-1 0,-7-2 0 15,-1 3-1-15,-4-3 2 0,-2-1-1 0,-6-3 2 16,0 4 2-16,0 2 5 0,0 4 10 16,0 1 14-16,-6 4 16 0,6 2 15 0,-8 2 11 15,8 6 12-15,-6-3 8 0,0 7 7 0,-1 0 5 16,7 3 0-16,-6 5-6 0,-1 2-7 0,-6 2-8 15,13 2-9-15,-6 4-8 0,0 1-14 0,-2 4-28 16,8-2-44-16,8 2-49 0,-2-3-45 0,0 6-50 16,1-3-65-16,6-2-65 0,-7 2-65 0,7-1-79 15,1-4-47-15,5 0-8 0,7-3 7 16</inkml:trace>
  <inkml:trace contextRef="#ctx0" brushRef="#br1" timeOffset="172244.37">5569 13950 373 0,'-6'-3'464'0,"-1"-1"-35"16,7 4-71-16,0-4-63 0,-7 4-47 15,7 0-29-15,-6 0-21 0,0 4-10 0,-8 0-11 16,8 2-16-16,-1 6-19 0,-5 2-24 0,-2 4-21 16,8 1-18-16,0 4-14 0,-8-2-13 0,14 2-9 15,0-2-9-15,0 5-7 0,7-4-7 0,0-1-4 16,5 2-3-16,2-5-3 0,5 1-5 0,7-5-1 15,-6-3-1-15,6 0-1 0,-1 0-1 0,9-8-2 16,-9 1 0-16,7-4 0 0,1-4 2 0,-1 1 0 16,2-8 1-16,-2 0-2 0,1-4 1 0,-7 0-1 15,-1-3 0-15,2-1-3 0,-8-2-1 0,0-5-6 16,-11 4-6-16,-2-7-6 0,-6 4-5 0,-6-2-7 16,-2-2-5-16,-4 7-9 0,-1 1-18 0,-7 2-26 15,-6 2-30-15,7 5-29 0,-7 1-29 16,0 3-37-16,-1 5-40 0,-5 3-39 0,6 0-24 15,0 3-14-15,-7 5-15 0,7 3-33 0,7 1-31 16,-1-2 7-16</inkml:trace>
  <inkml:trace contextRef="#ctx0" brushRef="#br1" timeOffset="172461.06">5648 14122 134 0,'6'0'442'0,"13"4"-24"15,1 0-58-15,6-4-43 0,-7 3-25 0,13 1-15 16,-5 0-15-16,5-1-19 0,1 0-24 0,-7 5-21 16,6-4-28-16,1 3-36 0,-1 0-37 0,-5 1-31 15,5 2-24-15,-6-2-16 0,0 3-8 0,-6-3-16 16,7 2-20-16,-9 2-36 0,-4-1-43 0,5-4-43 16,-5 4-40-16,-2-3-47 0,-12 2-61 0,6-3-55 15,-6 1-47-15,-6-5-55 0,6 6-34 0,0-7-6 16,0 2 11-16</inkml:trace>
  <inkml:trace contextRef="#ctx0" brushRef="#br1" timeOffset="173044.81">7275 14086 70 0,'-6'0'401'0,"-1"3"-26"16,7-3-66-16,-6 0-59 0,6 0-45 0,0 0-24 16,0 0-9-16,6 0 6 0,-6 0 7 0,7 0 2 15,-1 0-3-15,1 0-11 0,0 4-10 0,5-4-18 16,2 0-21-16,-2 0-30 0,8-4-30 0,-7 4-28 15,0 0-27-15,6 0-28 0,-5-3-35 0,-1 3-36 16,7-3-32-16,-14 3-29 0,6-5-28 16,2 1-36-16,-8 4-34 0,1 0-28 0,-7-3-17 15,0 3-6-15,0 0-15 0,-7 0-26 0,7 0-29 0,0 0-12 16</inkml:trace>
  <inkml:trace contextRef="#ctx0" brushRef="#br1" timeOffset="173428.87">7216 14280 224 0,'0'3'413'15,"0"-3"-33"-15,8 4-44 0,-2 0-23 0,6-4-10 16,2 3-10-16,-1-3-13 0,7 0-14 0,-2 4-14 15,2-4-20-15,0 0-31 0,-1 0-42 0,1 4-43 16,0-4-31-16,-1 0-20 0,1 0-19 0,-8 0-20 16,8 0-21-16,-7 0-24 0,-6 0-30 0,0 0-42 15,5 0-45-15,-6 0-47 0,2 0-48 0,-2 0-61 16,-6 0-61-16,0 0-50 0,-6-4-67 0,-8 0-45 16,2 1-6-16,5-1 13 0</inkml:trace>
  <inkml:trace contextRef="#ctx0" brushRef="#br1" timeOffset="206326.02">11613 12484 282 0,'-7'0'284'0,"1"0"-37"0,0 0-24 0,6 0-13 16,0 0-6-16,0 0 0 0,0-3 3 0,0 3 13 15,0 0 15-15,0 0 4 0,0 0-1 0,0-3-5 16,0 3-6-16,0 0-12 0,0 0-22 0,0 0-39 16,0 0-42-16,0 0-34 0,0 0-23 0,0 0-20 15,0 0-16-15,0 0-19 0,0 0-23 0,0 0-31 16,0 0-45-16,0 0-53 0,0 0-54 0,0 0-62 16,0 0-72-16,0 0-66 0,0 3-66 0,-8-3-74 15,-4 0-11-15,6 3 21 0</inkml:trace>
  <inkml:trace contextRef="#ctx0" brushRef="#br1" timeOffset="207406.41">12114 11906 2 0,'0'0'143'0,"0"0"-43"0,0 3-30 0,0-3-17 15,0 0-7-15,0 0-3 0,0 0-2 0,0 0 0 16,0 0 1-16,0 0 0 0,0 0 1 15,0 0 2-15,0 0 0 0,0 0 0 0,0 0-1 0,0 0-3 16,0 0-3-16,0 0-3 0,-6 5-4 16,6-5-6-16,-7 0-4 0,1 2-5 0,-8-2-4 15,2 5-2-15,-1-2-8 0,0 1-1 0,0-4-4 16,-7 4-4-16,7-1-3 0,0 1-1 0,0 0-2 16,0-1 0-16,6-3 3 0,-5 4 0 0,12-4 0 15,-7 3 3-15,7-3 4 0,-7 0 0 0,7 0 3 16,0 0 2-16,0 0 3 0,7 0 3 0,-7 0 5 15,7 0 4-15,-1 5 5 0,7-5 5 0,0 0 2 16,0 0 4-16,7 0-2 0,0 3 0 0,-8-3-3 16,8 0-3-16,-1 0-4 0,1 4-2 15,6-4-4-15,-7 3-2 0,7-3 1 0,0 4-2 16,-6-4 1-16,7 4 0 0,-2-4 2 0,1 0 2 16,7 0-1-16,-7 0 2 0,6 0-2 0,-6 0-1 15,0-4-2-15,0 0 0 0,7 4-5 0,-15-3-2 16,3-1-1-16,-1 1-2 0,-7-2 3 0,-1 2 1 15,-4-1 2-15,-8 1 3 0,0-1 3 16,-8 0 2-16,2 1 1 0,-7-1 2 0,-7-3-1 16,-7 2-2-16,9 3-3 0,-15-6-2 0,1 5-3 15,0-2 0-15,-8-2 0 0,1 3-1 0,7 1 0 16,-7 0 0-16,-7 3 0 0,7 0 0 0,0-5-1 16,-1 5-1-16,2 0-1 0,-1 0-1 0,6 0-1 15,1 0 0-15,6 0 1 0,6-4 2 0,1 4-3 16,-1 0 3-16,7 0 1 0,6 0 0 0,1 0 1 15,-1 0 0-15,7 0-1 0,7 0-5 0,-1 4 4 16,8-4-1-16,4 0-2 0,2 5-1 0,7-5 0 16,5 0-1-16,1 0-1 0,5 0 4 15,2 3-4-15,5-3-5 0,-6 0-2 0,1 0-2 0,-1 0-4 16,-7 0-2-16,-6 0-3 0,-7 3 1 16,1-3 2-16,-13 0 2 0,-1 0 2 0,-6 0 3 15,-13 0 3-15,1 0 4 0,-8 0 5 0,0 0 4 16,-5 0 5-16,-2 4 4 0,1-4 6 0,0 0 4 15,0 0 3-15,6 0 1 0,1 0-1 0,5 0-5 16,2 0-6-16,5 0-16 0,1 0-24 0,6 0-38 16,0 0-50-16,13 0-52 0,-7 0-62 0,0 0-89 15,14 0-62-15,0 4-30 0</inkml:trace>
  <inkml:trace contextRef="#ctx0" brushRef="#br1" timeOffset="212839.67">12369 11547 19 0,'-14'0'247'0,"8"0"-67"0,-1 0-47 16,1 0-26-16,-1-4-13 0,7 4-2 0,-6 0-5 15,6 0-5-15,0 0-8 0,0 0-6 16,0 0-6-16,0 0-7 0,0 0-7 0,0 0-9 16,0-3-6-16,0 3-10 0,0 0-10 0,0 0-19 15,0 0-28-15,0 0-34 0,0 3-37 0,-7-3-39 16,7 4-59-16,-6 0-71 0,0-4-47 0</inkml:trace>
  <inkml:trace contextRef="#ctx0" brushRef="#br1" timeOffset="213506.86">13137 11576 278 0,'0'-4'305'0,"-7"1"-52"16,7-1-33-16,0 4-20 0,7-3-7 0,-7-1-10 15,0 0-10-15,0 1-15 0,6 3-10 16,1-4-10-16,6 0 1 0,0 1 7 0,-7 3 7 16,8 0 4-16,-1-4-2 0,-7 4-4 0,7 4-11 15,-6-4-8-15,5 0-19 0,-4 3-13 0,-2 1-17 16,0 0-13-16,-6 3-8 0,7 0-6 16,-14 0-4-16,7 1-5 0,-12 3-2 0,-2-1-13 0,-12 6 2 15,0-2-6-15,0 1-8 0,-7 0-12 16,0 2-15-16,-5-2-24 0,5 0-41 0,1-1-57 15,5 1-66-15,1-1-54 0,7-1-64 0,6-6-64 16,6 4-56-16,-5-8-59 0,12 5-52 0,6-5 12 16,7 1 27-16</inkml:trace>
  <inkml:trace contextRef="#ctx0" brushRef="#br1" timeOffset="214539.37">14290 11218 269 0,'0'-4'209'0,"0"0"-48"0,0 0-27 0,0-3-12 15,6 3-4-15,-6 1-4 0,0 0-5 0,0-2-6 16,0 2-6-16,7 3-4 0,-7 0-4 0,6-5-4 16,-6 5-4-16,0 0-3 0,0-3-3 0,0 3-3 15,0 0-1-15,0 0-2 0,0 0 2 0,0 0 5 16,0 0 7-16,0 0 9 0,0 0 14 15,0 0 15-15,-6 0 15 0,6 0 7 0,0 0 5 16,-7 0-1-16,7 0-6 0,0-4-11 0,0 4-15 16,0 0-18-16,0 0-18 0,0 0-14 0,0-3-15 15,0 3-9-15,0 0-6 0,0 0-8 0,7 0-4 16,-7 0-3-16,0 0-1 0,0 0-3 0,0-4 2 16,0 4-1-16,0 0 0 0,0 0-2 0,0 0 0 15,0 0-3-15,0 0-1 0,-7 0-4 0,7 4-1 16,0-4-2-16,0 3 0 0,0 4 2 15,0 1 0-15,7 0 0 0,-7 3 1 0,6 0 2 16,1 0 0-16,-1 3-2 0,0-3 1 0,8 4-4 16,-8-1-4-16,7 1 0 0,7-4-1 0,-8 4-1 15,2-4 1-15,6 4 0 0,-1-4 0 0,1-4 1 16,-8 4 0-16,8 0 2 0,0-4-2 0,-1 0 0 16,1 1-1-16,-8-4 1 0,2-1 0 0,-1 1 1 15,-1-1 2-15,-4-3-2 0,4 0-1 0,2 0 0 16,-2-3 1-16,1-1-1 0,7-3-2 0,6-1-3 15,-7-3-2-15,7 0 0 0,-6-3-4 0,0 3-2 16,-1-3-1-16,-5-2-2 0,4 2 1 0,-4-1 0 16,-8 0 1-16,7 1 3 0,-6 2 4 0,0-2 4 15,-1 7-1-15,-6-4 3 0,6 4 2 16,-6-1 1-16,6 1 1 0,-6 0 3 0,0 4-1 16,0-2 0-16,0 2 2 0,0 3 0 0,0-5-1 15,0 5 5-15,0 0-4 0,0 0-4 0,0 0-2 16,0 0-3-16,0 5 1 0,0-5 0 0,0 8 0 15,-6-5-6-15,6 0 3 0,-6 5 3 0,6-5 4 16,0 9 3-16,-6-5 1 0,-1 4 1 16,0 3 2-16,-6-2 1 0,7 5 1 0,0-2 1 15,-8 3 0-15,2 1-2 0,-2 3 1 0,-5-4-1 16,-1 4-1-16,0 0-1 0,1 0 0 0,-1 3-2 16,-6-3-4-16,14 4 0 0,-8 0-1 0,1-4-1 15,-1 3 0-15,0 1-1 0,7-4 0 0,-7 4 2 16,8-5 2-16,-2 2-3 0,2-5 0 0,-1 4-1 15,6-4-3-15,-6-3 2 0,7 4-2 0,-1-9-7 16,0 1-13-16,7 0-18 0,0-3-31 16,-6-1-50-16,6-3-54 0,6-1-61 0,1-3-57 0,6-3-66 15,0-1-54-15,0-3-36 0,0-4-38 16,7 0-26-16,6-4 7 0,-1 1 26 0</inkml:trace>
  <inkml:trace contextRef="#ctx0" brushRef="#br1" timeOffset="-214205.86">16133 11016 295 0,'0'-4'300'0,"0"4"-61"16,-6-4-39-16,6 4-24 0,0 0-14 0,-7 0-12 16,7 0-12-16,-7 0-13 0,1 0-19 0,-7 0-12 15,-1 0-14-15,-5 4-11 0,0-4-11 0,-8 4-10 16,1-4-11-16,0 3-8 0,1 2-7 0,-1-3-7 15,-1-2-6-15,-5 5-3 0,6-2-3 0,-1-3-1 16,1 3 0-16,6-3-2 0,-5 0-1 0,5 0 1 16,-6 5-1-16,13-5-1 0,-6 0 1 0,6 3 0 15,-1-3-1-15,2 0 0 0,-1 0 1 0,6 3-1 16,0-3 2-16,1 0 1 0,0 0-2 0,6 0 1 16,-6 0 0-16,6 0 0 0,0 0 6 0,0 5-1 15,0-5-1-15,-8 3 5 0,8-3 9 16,0 3 9-16,-6 2 12 0,6 2 18 0,-6-4 13 15,6 5 24-15,-8-1 20 0,3 4 13 0,-2 0 4 16,0 0-2-16,7-1-5 0,-7 2-12 0,2 2-14 16,5 1-19-16,-7 1-18 0,0 1-14 0,0-2-10 15,-5 3-9-15,5 0-2 0,0 1-5 0,-5-1-2 16,-1 4-3-16,0-4-3 0,-1 1 0 0,8-1-4 16,-7 0-1-16,0 1-1 0,0-1-1 0,1 0-3 15,4-3 0-15,-4 4-2 0,-1-4 0 0,6-1 3 16,-6 0 0-16,7 1-3 0,-1-4-1 0,0 4 1 15,1-5-1-15,6-2 1 0,-6 3-2 16,-1-4-1-16,7 4 0 0,0-3 2 0,0-5 0 16,0 5 0-16,7-1 0 0,-1-3 0 0,0 0 3 15,8-1 1-15,-8-3 2 0,14 4 0 0,-1-4 1 16,7 0 0-16,-6 0 1 0,5-4 0 0,-5 4-1 16,6-3-1-16,1-1-1 0,-1 4-2 15,-7-4-1-15,1 0 1 0,0 1-3 0,-2 3 1 16,-4-4 0-16,-1 4 1 0,-1-4-1 0,2 4 1 15,-8-3 0-15,8 3-3 0,-8-3-6 0,0-2-13 16,1 5-20-16,-1 0-34 0,1-3-46 0,0-2-46 16,5 2-43-16,2-1-40 0,-2-3-44 0,7 3-37 15,-5-3-24-15,0 0-8 0,-2-4 10 0,-6 4-6 16,1-4-17-16,6 4-8 0</inkml:trace>
  <inkml:trace contextRef="#ctx0" brushRef="#br1" timeOffset="-213669.29">16250 11169 105 0,'-6'-7'230'0,"6"3"-39"0,0 1-24 16,0-1-12-16,6-3-2 0,1 3 1 0,-7 1 0 15,0-2-10-15,6 2-14 0,0-4-15 0,1 3-16 16,6 1-13-16,0-1-12 0,0-4-9 0,7 5-7 16,-1-1 1-16,1 1 0 0,-1 3 3 0,1 0 6 15,0 0 7-15,-8 0 6 0,8 0 10 0,-1 3 8 16,1 1 10-16,-7-1 6 0,0 5 4 0,0-1-5 16,0 1-6-16,-6-2-8 0,-1 2-10 0,-6 3-13 15,0-4-14-15,-6 4-12 0,-14 1-10 0,7 2-8 16,-13-3-3-16,0 4-7 0,-7-4-5 0,7 0-7 15,-6 3-4-15,5-3-3 0,2 0-1 16,-1-3-2-16,6-1-5 0,7 0 2 0,0 1 0 16,0-5-2-16,7 1-1 0,-1 0 5 0,7-1-3 15,-7 0-3-15,7-3-1 0,0 0-4 0,7 5 1 16,0-2 2-16,-1-3 1 0,1 5-5 16,5-2 2-16,-5 1 4 0,6-1 2 0,0 1 4 15,0 0 0-15,0-1-1 0,0 1 1 0,0 0 2 16,1 3 0-16,-8-4 0 0,0 5 3 0,-6-1 2 15,-6 0 6-15,6 1 6 0,-14-1 6 0,2 4 4 16,-8-4 7-16,1 4 4 0,-1-4 0 0,0 4-2 16,8-3-5-16,-8 3-5 0,1-3-6 0,5-1-13 15,8 0-16-15,-7-3-28 0,13 3-39 0,-7-3-47 16,7-4-45-16,7 3-39 0,6-3-41 0,-1 0-42 16,15-3-47-16,-7-5-27 0,6 1-10 0,0 3-8 15,-7-6-24-15,13-1-23 0,1-5 6 0</inkml:trace>
  <inkml:trace contextRef="#ctx0" brushRef="#br1" timeOffset="-213191.3">17058 11074 20 0,'-7'-10'368'0,"7"5"-33"16,0-1-60-16,-6 1-42 0,6 2-27 0,0-5-18 15,0 8-21-15,0-3-26 0,6 3-26 0,-6-3-25 16,7 3-21-16,-1-5-16 0,14 5-14 0,-8-2-7 15,1 2-8-15,1 0-4 0,-3-5-4 0,4 5-3 16,-4 0 0-16,4 0 3 0,-2 0 2 0,0 0 4 16,0 0 5-16,-1 0 10 0,-4 0 14 0,-2 5 14 15,0-3 12-15,-6-2 15 0,7 8 18 16,-7-5 11-16,-7 2 7 0,7 1-3 0,-6 2-8 16,6-5-9-16,-6 6-10 0,-2-3-17 0,8 5-15 15,-6 0-13-15,0 0-10 0,0 4-5 0,-1-5-4 16,0 5-3-16,7-4-4 0,-6 4-4 0,-1 4-5 15,7-5-2-15,-6 1-4 0,6 3-2 0,0 0-1 16,0 1-2-16,0-5 0 0,0 5-1 0,0-2 2 16,0 3 0-16,0-2 1 0,0 0 0 0,0 0-1 15,0 1 0-15,-6-1-2 0,6 1 2 0,-9-2-2 16,4 3-1-16,-1-3-1 0,-9-2 0 16,4 3-1-16,-3 1 2 0,1-5 2 0,-13 4 0 15,7-3 1-15,-7 4 3 0,0-4 0 0,0-1 0 16,-1-3 3-16,1 4-1 0,-5-1-2 0,5-3 2 15,-1 0-1-15,-5 0-3 0,12-4 0 0,-6 1-3 16,7-2-3-16,-1 2-9 0,7-3-9 0,-7-2-18 16,8-3-24-16,-2 0-46 0,2 0-67 0,12-3-59 15,6-5-66-15,0 0-65 0,14 1-59 0,-7-8-49 16,13 4-60-16,0 0-23 0,7-3 24 0,-1 2 35 16</inkml:trace>
  <inkml:trace contextRef="#ctx0" brushRef="#br1" timeOffset="-212990.63">17599 11378 36 0,'6'-7'235'16,"0"4"-46"-16,7-1-35 0,-6 0-19 0,6 1-11 16,-1 3-5-16,2-4-5 0,6 4-9 0,-1 0-12 15,1 0-13-15,-1 0-12 0,0 0-14 0,1 0-12 16,7 0-13-16,-9 4-14 0,2-4-18 0,-1 3-22 15,1-3-25-15,0 4-29 0,-1-4-26 0,-5 4-24 16,-8-4-25-16,0 3-23 0,0 1-24 0,2-1-27 16,-8 1-20-16</inkml:trace>
  <inkml:trace contextRef="#ctx0" brushRef="#br1" timeOffset="-212774.53">17599 11551 92 0,'-14'7'276'0,"1"0"-29"0,0 0-27 0,7-3-13 16,6 0-5-16,0 3 1 0,0-3 1 0,6-1 2 16,7 1 2-16,-6-1 7 0,5 2 6 0,8-2-4 15,-7-3-10-15,7 5-16 0,-8-2-20 0,2-3-27 16,6 0-28-16,-1 3-37 0,1-3-46 16,-8 0-48-16,8-3-52 0,-7 3-50 0,0 0-41 0,0-3-40 15,7 3-45-15,-14-5-49 0,0 5-37 16,8-3-15-16,-14-2-7 0,0 5-25 0,-7-3-33 15,0 3-4-15</inkml:trace>
  <inkml:trace contextRef="#ctx0" brushRef="#br1" timeOffset="-210373.64">18412 10921 3 0,'0'-3'28'0,"0"3"3"0,0 0 3 0,0-4 6 0,0 4 6 16,0 0 8-16,0 0 6 0,0-5 2 0,0 5 8 15,-6 0 6-15,6-3 5 0,-6 3 3 0,6-5 3 16,0 5-1-16,0-2-1 0,0 2-4 16,0 0-4-16,0 0-7 0,0 0-7 0,0-4-6 15,0 4-5-15,0 0-4 0,0 0-2 0,0 0 1 16,0 0-1-16,0 0 2 0,0 0 3 0,0 0 0 16,0 0 0-16,0 0-2 0,0 0 0 0,0 0-4 15,0 0-3-15,0 0-4 0,0 0-5 0,0 0-2 16,0 0-6-16,0 0-4 0,0 0-1 0,0 0-3 15,0 0-2-15,0 0 0 0,0 0 0 0,0 0-2 16,0 0 1-16,0 0-1 0,0 0-1 0,0 0 1 16,0 0 1-16,0 0 1 0,0 4 1 0,0-4 1 15,0 0 3-15,0 0 4 0,0 0 4 16,0 2 2-16,0 3 3 0,0-5 5 0,0 3 2 16,0 2 1-16,6-5-1 0,-6 4-1 0,0-1 1 15,0 0-5-15,0 1-3 0,0-4-6 0,0 4-5 16,0-1 0-16,0 1-2 0,0-4-1 15,6 4-1-15,-6-1 1 0,0 1 0 0,0-4 4 16,0 3 5-16,0 1 9 0,0 0 12 0,0-1 9 16,0 1 7-16,0 3 6 0,-6 5 3 0,6-2-1 15,-6 1-6-15,6 0-7 0,-8 1-13 0,8-1-12 16,0 3-7-16,-6-2-6 0,6 2-7 0,0 0-2 16,0 1-1-16,0 0 0 0,0-1-3 0,0 1 3 15,0-1 0-15,0 6 1 0,0-6 0 0,0 1 0 16,0 3-1-16,0-4 0 0,0 4 2 0,0-3-1 15,0-1 0-15,0 5 1 0,0-4 0 0,0 0 0 16,0 3 0-16,0-4 0 0,6 1 1 16,-6 0-1-16,0-1 0 0,8-3 1 0,-8 3 1 0,6-5 0 15,0 2 2-15,-6-5 2 0,0 2 2 16,7 0 2-16,-7-4 4 0,6-1-1 0,-6 0 3 16,0-3 5-16,0 4 5 0,0-4-1 0,7 0-2 15,-7 0-1-15,6 0-7 0,-6 0-2 0,0 0-10 16,7-4-20-16,-7 4-36 0,6-3-66 0,-6 0-77 15,6-1-87-15,2-4-97 0,-8 5-98 0,6-2-120 16,-6 2-52-16,6 3-10 0,-6-3 34 0</inkml:trace>
  <inkml:trace contextRef="#ctx0" brushRef="#br1" timeOffset="-202807.88">5009 14518 8 0,'-14'-4'258'0,"14"4"-76"0,-6 0-61 0,0 0-35 16,0 4-19-16,6-4-7 0,0 0-4 16,0 0-7-16,0 0-7 0,0 0-7 0,0 0-9 15,6-4-6-15,-6 4-6 0,6 0-4 0,-6 0-5 16,6-3-5-16,-6 3-10 0,8 0-14 0,-8-3-21 16,6 3-23-16,-6-5-28 0,0 1-42 0,0 4-61 15,0-3-56-15</inkml:trace>
  <inkml:trace contextRef="#ctx0" brushRef="#br1" timeOffset="-202091.87">4846 15302 137 0,'-7'-4'225'0,"7"4"-55"15,-6 0-38-15,6 0-23 0,0-3-12 0,0 3-6 16,0 0-5-16,0 0-6 0,0-4-10 0,0 4-8 16,6 0-6-16,-6-4-2 0,7 4-1 0,-7 0 1 15,0 0-1-15,0 0-2 0,0 0-5 16,0 0-5-16,0-3-7 0,0 3-6 0,0 0-9 15,0 0-10-15,0 0-16 0,0 0-23 0,0-4-30 16,0 1-32-16,-7-1-35 0,7 0-33 0,-6 0-29 16,6-3-28-16,-6 3-42 0,-1-2-38 0,7-6-15 15</inkml:trace>
  <inkml:trace contextRef="#ctx0" brushRef="#br1" timeOffset="-200426.26">8181 14155 29 0,'0'-3'131'0,"0"-2"-31"15,0 5-18-15,0-3-10 0,0 3-3 0,6-3 1 16,-6 3 2-16,6-4 2 0,-6 4 2 0,7-4 3 16,-7 4 2-16,0-3 0 0,0 3 1 15,0 0-4-15,0-4-1 0,0 4-7 0,0 0-7 16,0 0-9-16,0 0-5 0,7 4-5 0,-7-4-3 16,6 0-3-16,-6 3-1 0,0 1 0 0,7 0-1 15,-7-1 0-15,6 0-2 0,-6 2-1 0,0 2-1 16,6 0 0-16,-6 0 1 0,0 1-2 0,0 2 0 15,0 6-1-15,0-5-1 0,0 4 0 0,0-1-1 16,0 4 0-16,0 0-1 0,0-3-1 0,0 3 0 16,0 1 0-16,8-1 1 0,-8 1-1 15,6-5-2-15,-6 4-2 0,0-3 0 0,6 0 0 0,-6-1 3 16,6 2-1-16,-6-6 3 0,0 1 3 16,8 0 3-16,-8 1 4 0,0-6 2 0,0-2 2 15,0 3-2-15,0-3 0 0,0 0 1 0,0-1-4 16,0-3-2-16,0 0-1 0,0 0-4 0,0 4-3 15,0-4-3-15,0 0-3 0,0 0-3 0,-8-4-2 16,8 4-2-16,0 0-4 0,0 0-1 0,0-3 3 16,-6-1 9-16,0 0 7 0,6 1 10 0,-6-1 4 15,6-3 7-15,-8 4 9 0,2-9 5 0,6 5-2 16,-6-5-7-16,-1 1-8 0,7-3-10 0,0-4-6 16,0 3-8-16,0-7-10 0,7 0-6 0,-1-4-5 15,0 1-2-15,2-1-1 0,-2 0-3 0,6 1 1 16,2-1-2-16,-1 4 2 0,0 0-2 0,0 0 2 15,7 0 1-15,-9 4 1 0,10 0 1 0,6 4 0 16,-9-1 1-16,2-1-1 0,7 5 1 16,-2 1 0-16,1-1 0 0,-6 3 0 0,6 1-1 15,-7 4 0-15,1-2 1 0,0 2 0 0,-1 3 1 16,1 0 0-16,-1 3 1 0,-6 2 0 16,7 2 4-16,-7 0 2 0,-7 4 3 0,1-4 3 15,-7 8 2-15,0-4 2 0,0 3 0 0,-7-2 3 16,-6 2-2-16,0 1 1 0,-6 0-5 0,-1-4 0 15,-6 3 1-15,-7 1-2 0,7-4 1 0,-7-1-7 16,8 2 0-16,-1-5 1 0,0 1-1 0,6-1-3 16,1-4-8-16,-1 2-11 0,8-2-19 0,4-3-26 15,2 4-42-15,0-4-43 0,-1 0-37 0,7 0-39 16,7 3-49-16,-7-3-42 0,6 0-28 0,-6 4-10 16,0-4-12-16,6 4-23 0,-6 3-29 0,8 0 7 15</inkml:trace>
  <inkml:trace contextRef="#ctx0" brushRef="#br1" timeOffset="-200013.53">7745 14808 106 0,'-14'3'275'0,"1"-3"-33"0,0 4-25 16,0-1-17-16,7-3-7 0,-1 0-7 0,0 0-6 16,7 0-8-16,0 4-8 0,0-4 3 0,7 0 20 15,0 4 16-15,6-4 11 0,-7 3 5 0,7 1 1 16,6 0-3-16,1-4-7 0,6 3-21 15,7 1-37-15,-1-1-36 0,1-3-23 0,6 5-15 0,1-2-12 16,-2-3-7-16,8 0-14 0,6 0-7 16,-7 0-8-16,1 0-3 0,7 0-7 0,-8-3-4 15,1-2-3-15,-1 2-5 0,1-1-1 0,-7 1-3 16,0-1-1-16,-7 0-3 0,-6 1 1 0,7-1 1 16,-13 0-4-16,-1 4-4 0,-6 0-6 0,-6-3-17 15,-1 3-28-15,0 0-57 0,-6-4-76 0,7 4-68 16,-7 0-77-16,-7-3-82 0,-5 3-77 0,-1 3-85 15,-7-3-48-15,-6 7 16 0,6 1 49 0</inkml:trace>
  <inkml:trace contextRef="#ctx0" brushRef="#br1" timeOffset="-199592.47">8116 15086 62 0,'0'0'344'15,"0"0"-27"-15,0 0-47 0,0-3-40 0,0 3-27 16,0 0-21-16,0 0-16 0,0 0-11 0,0 3-8 16,0 1-3-16,0-1 5 0,0 1 12 15,0 3 13-15,-7 1 8 0,7-2 3 0,-8 6-1 16,3-1-9-16,-1 0-17 0,-1 3-18 0,-1 1-22 16,3 0-21-16,-2-4-16 0,-7 4-13 0,9 3-11 15,-2-4-10-15,1 1-6 0,-8 3-9 0,8-3-11 16,0-1-8-16,-1 2-10 0,-6-5-5 0,7 4-21 15,-1-5-23-15,1 1-36 0,6 0-53 0,-6-3-55 16,12-5-47-16,-6 1-49 0,6-4-55 0,7-4-40 16,-6 1-27-16,-1-2-10 0,7-2 6 0,0-4-4 15,7 0-15-15,-1 1 18 0</inkml:trace>
  <inkml:trace contextRef="#ctx0" brushRef="#br1" timeOffset="-199072.98">8396 15159 92 0,'0'-4'342'0,"6"1"-27"15,-6-1-45-15,6 4-38 0,-6-4-30 0,0 4-24 16,0-3-23-16,-6 3-18 0,6 0-21 0,0 3-13 16,0 1-12-16,-6 0-5 0,6 3-1 0,-6 0 1 15,-2 4 6-15,2 0 7 0,6 0 3 0,-6 4-1 16,-1-4-1-16,0 4-1 0,1-1-2 0,-2 1-5 16,8-4-6-16,0 4-9 0,0-4-9 0,0-5-7 15,0 6-8-15,0-4-10 0,0-2-8 0,0-1-6 16,0-2-3-16,8 0-3 0,-8-3-2 15,6 5 1-15,-6-5 2 0,7-5-1 0,6 5 1 16,-7-3 0-16,2-5-2 0,4 2-4 0,1-2-1 16,7-4-4-16,-8 2-5 0,8-5 4 0,-7 1-7 15,0 3-1-15,0-3-3 0,1 2-8 0,-2 1 3 16,8 0 1-16,-7 1 2 0,-7 2-6 0,8 0 4 16,-2 1 4-16,-6 0 2 0,2 3 10 15,-2-4-4-15,0 5 0 0,1-1-1 0,0 1-1 0,-7 3-1 16,0 0-2-16,6-4-2 0,-6 4 1 15,0 0-1-15,0 0-2 0,0 0 2 0,7 4 0 16,-7-4 1-16,6 3 3 0,0 1 2 0,-6 3 1 16,7 1 3-16,-7-1 3 0,7 0 1 0,-1 4 0 15,0-3 0-15,8 3-2 0,-8 0 0 0,1 3-1 16,-1-3-2-16,7 0-3 0,0 1-2 0,1-2-1 16,-2 1 2-16,1-3-1 0,7-2 2 0,-8-2 1 15,2 4 1-15,6-8 3 0,-7 3 5 0,6-3 3 16,0-3 0-16,8 3-1 0,-8-8 0 15,8 4-1-15,-8-6-3 0,-6 3-3 0,0-4-6 16,-1-4-7-16,-4 4-13 0,-8-4-17 0,0 1-25 16,-8-4-43-16,-4 3-56 0,5-4-57 0,1 1-53 15,-1-4-59-15,1 3-59 0,-1 5-46 0,-5 0-44 16,-2 3-42-16,14-4-11 0,-6 8 19 0</inkml:trace>
  <inkml:trace contextRef="#ctx0" brushRef="#br1" timeOffset="-198793.1">9737 14752 280 0,'12'-7'235'16,"-4"3"-47"-16,-2-3-28 0,0 7-13 0,2-4-3 16,-2 1-2-16,0-1-3 0,-6 4-6 0,0 0-9 15,-6 0-8-15,6 0-1 0,-6 0 6 16,-2 4 19-16,-4 3 23 0,-1 0 21 0,-8 4 15 15,2 3 8-15,0 2 0 0,-7 2-6 0,6 0-15 16,-6 1-28-16,0-1-34 0,7 4-33 0,-1-3-27 16,1 3-21-16,-7-4-14 0,5 0-16 0,2-4-20 15,0 1-21-15,5-1-35 0,2-2-46 0,6-1-48 16,-2-4-40-16,8 0-40 0,0-3-45 0,0-4-48 16,0 0-38-16,-6 0-18 0,0 0-4 15,-7-7-16-15,6 3-27 0,1-7 2 0</inkml:trace>
  <inkml:trace contextRef="#ctx0" brushRef="#br1" timeOffset="-198575.82">9307 14752 31 0,'-6'-3'397'0,"-1"-1"-24"16,7 4-69-16,0-4-61 0,0 4-45 0,0 0-28 16,0 0-12-16,7 4-6 0,-1 0 3 0,8 3 5 15,-2 1 12-15,2-1 10 0,5 1 5 0,-6 2-7 16,6-2-13-16,7 3-16 0,-6-1-23 0,-1 1-26 15,0-3-30-15,8 2-26 0,-7-2-20 0,-1 3-19 16,1-4-29-16,-1 1-45 0,1-1-51 16,0-4-42-16,-1 5-40 0,1-5-43 0,-1 2-48 15,0-5-38-15,0 0-22 0,2 3 2 0,-8-3 7 16,-1 0-9-16,-4-3-17 0,4-2-7 0</inkml:trace>
  <inkml:trace contextRef="#ctx0" brushRef="#br1" timeOffset="-198060.64">10115 14702 56 0,'0'-5'175'0,"0"5"-53"16,0 0-40-16,7-4-21 0,-7 4-10 0,6 0 0 16,0 0 4-16,1 4 7 0,0-4 8 0,5 5 10 15,1-2 13-15,-6 0 12 0,6 1 9 0,1 0 9 16,-8 3 2-16,0 0 1 0,0-3-1 15,-6 7-3-15,7-4-7 0,-7 5-5 0,0-2-8 16,0 2-4-16,0-1-3 0,0 0-1 0,0-1 0 0,0 5 0 16,0-8 0-16,-7 5 0 0,7-5 2 15,0 0-3-15,-6-3 3 0,6 3 2 0,0-7 0 16,0 4-1-16,0-4-2 0,0 0-6 16,0 0-6-16,6-8-9 0,1 5-15 0,6-8-15 15,0-1-11-15,7-2-13 0,-1-1-9 0,7 1-4 16,0-4-5-16,0 3-2 0,7 0 0 0,-7 0-1 15,7 1-1-15,-7 3 3 0,0 3 0 0,0-3-1 16,-1 7 4-16,-5-2 1 0,0 2 1 0,-1 0 2 16,1 4 1-16,-7 0 2 0,0 0 2 0,0 4 2 15,0-4 1-15,-6 7-1 0,5-4 2 0,-5 6-2 16,-7-3 2-16,0 2-1 0,-7 3-1 0,-5 3-1 16,5 1-3-16,-6 0 1 0,0 0-2 0,0-1 2 15,6 1-3-15,-5-1 2 0,4-3-1 0,8 4 3 16,0-4 4-16,0 0 0 0,14-4 3 0,-8 5 0 15,8-9 0-15,-1 5 1 0,6-5 3 16,7 0 1-16,0-3-2 0,0 0-3 0,6 0-3 16,-6-3-1-16,7 0-7 0,0-5-7 0,-1 5-19 15,-5-5-29-15,-1-3-46 0,-6 4-64 0,5-4-63 16,-12-1-68-16,6 2-75 0,-11-1-69 0,-8 0-55 16,0 4-59-16,-14-1-30 0,1 5 22 0,0-1 38 15</inkml:trace>
  <inkml:trace contextRef="#ctx0" brushRef="#br1" timeOffset="-197460.48">11919 14595 175 0,'-6'0'434'0,"12"0"-23"16,0 0-46-16,1 0-18 0,6 0-11 0,7 0-13 16,-7 3-17-16,6-3-26 0,0 4-23 0,8-4-31 15,-1 0-39-15,0 0-55 0,6-4-49 0,1 4-32 16,-7 0-23-16,7-3-14 0,-7 3-19 0,0-4-16 15,-1 4-27-15,-5-4-37 0,-7 4-43 0,0 0-42 16,0 0-38-16,-6 0-42 0,0 0-45 0,-7 0-37 16,-7 4-22-16,0-4-2 0,-6 4 4 0,-6 3-5 15,-8-3-10-15,2 4-8 0</inkml:trace>
  <inkml:trace contextRef="#ctx0" brushRef="#br1" timeOffset="-197292.96">11866 14808 139 0,'0'7'288'0,"0"0"-25"0,8 0-22 16,4-3-17-16,2 0-7 0,5-1-7 0,1 1-7 16,-1-4-10-16,7 3-16 0,0-3-23 0,-6 0-24 15,6 0-21-15,-1 0-21 0,-5 0-33 0,0 0-41 16,-7-3-43-16,7 3-49 0,-8-4-63 0,2 1-66 16,-8-1-62-16,7-3-66 0,-7 3-76 15,1-3-34-15,0 0-9 0</inkml:trace>
  <inkml:trace contextRef="#ctx0" brushRef="#br1" timeOffset="-195327.4">9619 13914 44 0,'-6'0'86'0,"0"-4"-28"15,0 4-22-15,6 0-16 0,-7-4-14 0,0 4-16 16,7 0-20-16,-6 0-32 0,-1-4-47 0</inkml:trace>
  <inkml:trace contextRef="#ctx0" brushRef="#br1" timeOffset="-194693.33">8585 14184 9 0,'-7'0'168'0,"0"0"-43"0,7 0-32 15,-6 0-19-15,6 0-13 0,-7 0-10 16,7 0-6-16,0 0-7 0,0 0-9 0,0 0-6 15,0 0-4-15,0 0-6 0,0 0-4 0,0 0 0 16,-6 0-7-16,6 0-9 0,-6 0-9 0,6 0-10 16,0 0-11-16,-8 0-11 0,8-3-11 0,-6 3-7 15,6 0-7-15,0 0-3 0,0 0-4 0,0 0-3 16,0 0 2-16,0 0-5 0</inkml:trace>
  <inkml:trace contextRef="#ctx0" brushRef="#br1" timeOffset="-194276.49">8826 14240 33 0,'-8'3'222'0,"8"1"-37"0,-6-4-28 0,6 4-17 15,0-4-10-15,0 0-9 0,0 3-6 16,6-3-10-16,-6 0-12 0,0 0-13 0,8 0-11 16,-2 0-8-16,0 4-6 0,8-4-4 0,-1 0-7 15,-1 0-4-15,2 0-4 0,5-4-4 0,1 4-6 16,-1 0-6-16,0-3-6 0,8-1-5 0,-14 4-5 16,6-4-5-16,-5 1-6 0,-2 3-8 0,2-4-13 15,-2 4-20-15,-5-3-23 0,-1 3-31 0,-6-5-31 16,0-2-29-16,-6 4-28 0,-7-5-39 0,7 5-54 15,-8-5-39-15</inkml:trace>
  <inkml:trace contextRef="#ctx0" brushRef="#br1" timeOffset="-193909.75">9164 14046 124 0,'0'0'189'15,"7"-5"-54"-15,-1 5-36 0,0-2-23 0,2 2-13 16,4-5-9-16,1 5-8 0,0 0-9 0,6 0-9 16,1-3-11-16,0 3-3 0,-7 0-3 0,7 0-1 15,-8 0 3-15,2 0 1 0,-8 0 4 16,7 0 6-16,0 3 9 0,-6-3 7 0,-1 0 7 0,0 5 8 16,0-3 3-16,2 3 4 0,-8-2 3 15,6 0 2-15,-6 2-2 0,6-2-1 0,-6 5-3 16,0-2-4-16,0 6-4 0,-6-5-6 0,6 4-6 15,0 0-4-15,-6 4-6 0,6-1-4 0,0 1-5 16,0-1-3-16,-8 2-2 0,8 2-1 0,0-4 0 16,0 5-3-16,0-5-1 0,0 1-1 0,0-1-3 15,0 1-1-15,0 1 0 0,-6-6-4 0,6 1-1 16,0 0-1-16,0-4-7 0,0 1-11 0,0-1-16 16,0 0-22-16,0-4-29 0,0-3-31 0,-6 5-36 15,0-5-36-15,-8 0-30 0,1-5-49 0,1 2-53 16,-8 0-24-16</inkml:trace>
  <inkml:trace contextRef="#ctx0" brushRef="#br1" timeOffset="-193526.85">9164 14199 244 0,'0'0'313'15,"0"0"-67"-15,0-3-58 0,7 3-40 0,5-5-26 16,2 3-18-16,12-3-16 0,-7-2-16 0,7 0-16 15,7 3-17-15,-1-3-13 0,1-5-10 0,-1 6-5 16,-6-2-5-16,6-3-6 0,1 0 1 0,-6 4-1 16,-1-4 0-16,0 4 0 0,-7-1 0 0,1 1 0 15,-8 0 0-15,2 0 5 0,-8 2 1 16,1 2 4-16,0 0 6 0,-1-2 5 0,-6 5 5 16,0 0 3-16,0 0 5 0,-6 0-1 0,6 0-1 15,-7 5 0-15,7-2-3 0,-7 5-1 0,7-1-2 16,0 0 0-16,0 5 0 0,0-6 0 0,0 5-2 15,7-3-1-15,0 3-1 0,-1-4-1 0,-6 4-1 16,7-4 0-16,-2 4 2 0,9-2 2 0,-14 0 5 16,7 2 6-16,-2-4 6 0,-5 5 10 0,0-5 5 15,0 1 2-15,0 2 1 0,-5-2-1 0,-2-1-5 16,7 1-4-16,-7-1-11 0,0 0-13 0,2 0-19 16,-2-2-25-16,1 1-27 0,-1-2-26 15,0-4-32-15,1 4-47 0,0-4-50 0,-2 0-50 16,-4-4-34-16,-1 0-35 0,-7 1-46 0,8-8-36 15,4 0-7-15</inkml:trace>
  <inkml:trace contextRef="#ctx0" brushRef="#br1" timeOffset="-193360.13">9601 14046 291 0,'6'-5'394'16,"0"-2"-50"-16,8 4-59 0,-2-1-43 0,8 0-29 15,-1-3-24-15,7 3-25 0,-7 1-28 0,15-1-26 16,-2 1-26-16,1 3-30 0,6-5-34 0,0 5-38 15,-6 0-40-15,6 0-49 0,-7 5-57 16,-6-2-52-16,1 1-47 0,-8-1-63 0,0 1-69 16,-6 3-27-16,1 1 1 0</inkml:trace>
  <inkml:trace contextRef="#ctx0" brushRef="#br1" timeOffset="-156748.92">16751 13320 70 0,'0'-6'392'0,"0"1"-55"0,0 1-68 16,0 1-40-16,-6 3-15 0,6-5-7 0,-6 5-1 15,6 0 3-15,-7-3 8 0,7 3 2 0,-7 0-2 16,7 0-9-16,-6 0-14 0,6 0-18 0,0 0-26 16,-6 0-32-16,6 0-40 0,0 0-38 0,0 0-36 15,-7 0-41-15,7 0-50 0,-7-3-48 16,1 3-42-16,-1-4-47 0,1 0-53 0,0 4-48 15,6-3-29-15,-7 0-11 0,0 3 5 0,-5 0-8 16,4 0-19-16,2-5-8 0</inkml:trace>
  <inkml:trace contextRef="#ctx0" brushRef="#br1" timeOffset="-155531.9">13065 13969 177 0,'0'0'182'0,"0"0"-49"0,0 0-32 0,0 0-22 16,0 0-13-16,0 0-15 0,0 0-14 0,0 0-13 16,7 0-9-16,-1 3-7 0,1-3-3 15,5 4-3-15,-4-4-5 0,-2 0-5 0,0 3-5 16,1-3-5-16,-7 4-5 0,6-4-4 0,1 4-5 16,-7-4-3-16,6 0-2 0,1 0 2 0,-1 3-2 15,1-3 2-15,-7 0 1 0,13 0 1 0,-7 0 2 16,8 0 0-16,-1 0 2 0,-1 0-1 0,2 0 4 15,6 0-1-15,-8 0-1 0,1 0 3 16,-6 0 1-16,-1 4 4 0,7-4 5 0,-7 0 6 16,-6 0 7-16,8 0 8 0,-8 0 6 0,0 0 7 15,0 0 3-15,0 0 4 0,0 0 2 0,0 0 1 16,0 0-2-16,6 0-1 0,-6 0 0 0,0 0-2 16,0 0 2-16,0 0 0 0,0-4 0 0,6 4 3 15,-6 0 2-15,0-3 3 0,7 3 6 0,-7 0 3 16,0 0 6-16,0 0 4 0,0-4 6 0,-7 4 0 15,7 0 1-15,-6 0-1 0,0 0-3 0,-2 0-3 16,2 0-7-16,-7 0-7 0,0 0-6 0,7 0-6 16,-7 0-5-16,-1 4-4 0,2-4-4 15,-2 3-5-15,2 1-2 0,5-4-4 0,-6 3 1 16,6 2-2-16,-5-2-3 0,-2 1 0 0,8-1 0 16,-7 1 1-16,0 3 0 0,0-3 0 0,-1 0 1 15,2-1 2-15,5 2 5 0,-6-3 4 0,0 3 2 16,1-2 3-16,-8 0 5 0,6 2 5 0,-5 2 4 15,-1-3 2-15,1 2 0 0,-7 3 0 0,0-3 0 16,0 5-2-16,0 0 0 0,-1 4-3 0,1 0-2 16,-6 3-1-16,7-4-3 0,5 9-2 0,-7-5 0 15,15 4 2-15,-2-4 1 0,2 5-2 0,12-6 2 16,0 3 2-16,12-3 1 0,2-2 5 16,-2 0-1-16,15-8 1 0,5 3-1 0,-6-5 1 15,13-2 1-15,0-3-2 0,-7 0-1 0,8-3-4 16,-1-5-1-16,0-3-4 0,-7 0-2 0,8-3-3 15,-7-5-3-15,-8 4-2 0,1-7 0 0,0 4-1 16,-6 0-1-16,-1-4 2 0,1 4 6 0,-6 0 7 16,-8-1 10-16,0 1 13 0,7 7 18 0,-13 0 13 15,7 0 9-15,-7 3 6 0,0 1 0 0,0 3-1 16,0 4-1-16,0 0 1 0,0 4-2 0,0 3-3 16,0 4-3-16,-7 4 0 0,7 0 4 15,-6 3 3-15,-1 3-1 0,7 6-9 0,-12-2-9 16,4 4-3-16,2 4-4 0,-7 1-3 0,6 2-4 15,-5 1-4-15,-1 3-5 0,-7 1-3 0,7 2-5 16,-7 1-3-16,7 0-3 0,-6 0-5 0,5 4-2 16,8-4-3-16,-7-4-3 0,7 0-3 0,-1-3-4 15,7-1-4-15,-6-6-3 0,6-1-2 0,0-4-3 16,0 1 5-16,0-8-5 0,0-2-6 0,-7-2-9 16,7-2-21-16,0-5-29 0,-6-4-70 15,0 1-81-15,-2-4-95 0,-4-4-94 0,5-3-85 16,-6 4-95-16,7-5-65 0,-1-3-20 0,14 4 36 15</inkml:trace>
  <inkml:trace contextRef="#ctx0" brushRef="#br1" timeOffset="-154981.59">14407 14822 393 0,'-6'4'485'15,"6"3"-29"-15,-8 0-80 0,-4 0-68 0,-1 5-54 16,-7 2-44-16,0 4-33 0,1 1-33 15,-7 0-32-15,0 2-47 0,0 1-62 0,0 0-55 16,0 0-57-16,13-4-64 0,-7 2-69 0,6-6-63 16,3 1-70-16,3-1-78 0,8-7-33 0,0 1 0 15</inkml:trace>
  <inkml:trace contextRef="#ctx0" brushRef="#br1" timeOffset="-154333.15">14908 14353 214 0,'-6'0'455'0,"0"0"-23"0,-8 0-80 0,8 4-60 16,-1 3-29-16,1 4-16 0,0 0-12 0,6 0-16 15,0 4-11-15,0-5-16 0,6 5-19 0,0 0-32 16,7-1-35-16,7-3-30 0,-8 5-25 0,15-6-13 16,-7-2-12-16,6-1-13 0,0 0-7 0,-1-3-3 15,1-4-3-15,1 0-4 0,-1-4-3 16,0-3-4-16,0 0-3 0,-7-5-1 0,1 2-2 15,0-2 0-15,-2-1 3 0,-4-3 1 0,-1 2 3 16,-7-5 3-16,8 5 6 0,-14-1 2 0,6 4 10 16,-6 0 9-16,7 4 6 0,-7-1 7 0,0 5 5 15,-7-2 3-15,7 3 0 0,-6 4 1 0,6 3-3 16,-14 2-5-16,8 1-5 0,0 6-2 0,-8 1 0 16,7-1 3-16,-5 9 1 0,-2-2 3 0,8 5-1 15,-6-1-4-15,-2 5-1 0,8-1-3 0,0 0-3 16,-1 0-5-16,0 1-2 0,1 3-5 15,-1 0-2-15,7 0-2 0,-6 1-5 0,6-5-9 0,0-4-19 16,-6 1-26-16,6-4-40 0,0-1-54 16,0-5-51-16,6-5-45 0,0-1-51 0,1-6-57 15,-1-4-43-15,1 0-31 0,0-7-28 0,-1 0-21 16,6-4-12-16,8-5 10 0</inkml:trace>
  <inkml:trace contextRef="#ctx0" brushRef="#br1" timeOffset="-153749.31">16471 14243 333 0,'13'-7'377'0,"-6"4"-69"16,0-2-59-16,-7 5-38 0,0-3-16 0,0-1-7 15,-7 4-9-15,-6-3-12 0,0 3-15 16,-7 0-16-16,0 0-16 0,-12 3-17 0,-1 1-25 0,1-1-21 16,-7 2-19-16,0-2-17 0,-1 1-15 0,2 3-13 15,-1-3-13-15,0-1-7 0,-1 1 1 0,8 0-5 16,6-1-4-16,0 1 1 0,0-4 5 0,6 3 8 16,1 2 7-16,6-5 4 0,0 3 3 15,-1-3 3-15,8 3 2 0,0-3 0 0,0 4 0 16,-2 0 0-16,8-1-1 0,-6-3 1 0,6 4 1 15,0 0-1-15,0-1 3 0,0 1 1 0,6 1 4 16,-6 1 8-16,0 1 11 0,8 1 12 0,-8-2 13 16,6 6 11-16,-6-1 12 0,0 0 14 0,6 0 9 15,-6 4 3-15,6-1-3 0,-6 5-5 0,-6-1-6 16,6 1-6-16,-6 3-8 0,6-1-10 0,-6 1-8 16,-2 4-8-16,-4-4-6 0,5 3-5 0,1 1-6 15,-1 4-6-15,-6-5-3 0,7 4-3 0,0-3-5 16,-2 3-1-16,2 1-3 0,6-5-1 15,-6 1 0-15,6 0-1 0,0 0-2 16,0 0 1-16,6-5 2 0,-6 1 1 0,6-4 4 0,2 4 3 16,4-7 2-16,-6 3 3 0,8-3-1 0,-8-4 0 15,13 0 2-15,-5 0-5 0,12-4 0 0,-7 1-4 16,7-5-3-16,7 0-3 0,-7-3-2 0,13-3-10 16,-7 0-14-16,1-1-16 0,7-3-20 0,-14 3-23 15,6-3-32-15,1 0-36 0,-1-1-32 16,-6 1-25-16,7-1-21 0,-7-3-30 0,-1 0-31 15,-11 4-25-15,5-4-17 0,-12-4-13 0,-1 4-27 16,-6-3-38-16,7-1-17 0</inkml:trace>
  <inkml:trace contextRef="#ctx0" brushRef="#br1" timeOffset="-153232.22">16836 14466 72 0,'0'-7'425'0,"-6"4"-30"0,-1-1-78 0,7-3-72 16,-7 3-49-16,1-3-33 0,6 0-26 15,-6-1-25-15,6 1-23 0,-6-1-15 0,-2 5-10 16,2-5-5-16,0 1-1 0,-8 4-1 0,1-2-2 15,1 5-2-15,-8 0 0 0,-6 0-4 0,0 5-6 16,-7 2-7-16,7 0-9 0,-7 0-6 0,7 4-7 16,-6 4-6-16,6 0-2 0,6-1-1 0,-6 4-2 15,14-2-1-15,-8 2 0 0,13-4-2 0,1 1-1 16,6 0 1-16,6-4-2 0,1-5-1 0,13 2-2 16,-8-4-1-16,8-1-1 0,6-3-1 0,0-3-1 15,0-1-2-15,0-7 1 0,0 4 1 0,0-4-1 16,-7 0 3-16,1 0 2 0,0 0 2 0,-7 1 2 15,0-5 3-15,0 7 6 0,-7 0 5 16,1 2 7-16,0 1 3 0,-7 3 5 0,6-3 11 16,-6 10 23-16,6-3 23 0,-6 3 12 0,0 6 8 15,7 0 3-15,-7 4 8 0,0 2 0 0,6 1-3 16,1 1-19-16,0 3-23 0,-7 0-14 0,6 1-7 16,0-2-3-16,2 1-11 0,-2 3-4 15,-6-3-6-15,0 0-6 0,0 3-1 0,0-2-4 16,0-1-5-16,-6 0-10 0,-2 0-13 0,2 0-17 15,0-3-33-15,-8-5-45 0,8 0-56 0,6-2-52 16,0-1-65-16,0-8-66 0,0 1-53 0,-7 0-54 16,7-4-52-16,0-4-29 0,7-7 14 0,6 1 25 15</inkml:trace>
  <inkml:trace contextRef="#ctx0" brushRef="#br1" timeOffset="-152766.16">17149 14316 36 0,'0'0'416'0,"-6"-2"-22"0,-3-3-74 0,9 5-73 15,0-4-55-15,0 4-40 0,9 0-34 0,-3 0-31 16,14 0-25-16,-8 0-21 0,8 0-14 0,5-3-9 16,9 3-6-16,-2-4-4 0,1 4-3 0,-1-4-4 15,7 1-1-15,-6-1 0 0,-7 0-1 16,0 4 1-16,-7-3 0 0,1 3 0 0,-7 0 7 15,0 0 10-15,0 3 15 0,-7 1 23 0,1 0 23 16,0 3 33-16,-7 4 30 0,0-4 23 0,0 8 10 16,-7-5 1-16,0 10-7 0,1-6-12 0,6 1-18 15,0 3-23-15,-6 4-27 0,6-4-19 0,6 5-10 16,-6-5-8-16,0 4-7 0,6 0-3 16,1 0-6-16,6 0-6 0,-7-1-2 0,2 2 0 15,-2 2 0-15,0-3 3 0,7 3 0 0,-6-2-1 16,-1 2 3-16,-6 5 1 0,7-4 0 0,-7-1-1 15,0 0-4-15,0 5-5 0,0-5-1 0,0 2-2 16,0-2-5-16,-7 1-2 0,1-4 0 0,6-1-3 16,-7 2 0-16,1-1 1 0,-1-4-2 0,1 0-1 15,-8-4-1-15,2 1 0 0,-8 0 0 0,1-4-3 16,-1 0 1-16,0-4-4 0,-5 4-8 0,-9-8-8 16,2 5-16-16,-7-8-24 0,7 5-41 15,-1-5-68-15,1 0-70 0,5-8-72 0,7 0-78 16,2 1-71-16,4-4-77 0,1 0-80 0,13-4-14 15,7 1 36-15</inkml:trace>
  <inkml:trace contextRef="#ctx0" brushRef="#br1" timeOffset="-152531.25">18541 14624 159 0,'8'0'479'0,"-1"0"10"0,-1 0-75 0,13 0-98 16,-5 5-81-16,-2-5-58 0,8 0-38 0,-7 0-32 15,7 0-25-15,6 0-23 0,-6 0-22 0,-1 0-26 16,7 0-25-16,-6 0-23 0,-9-5-25 0,10 5-23 16,-14 0-33-16,5 0-35 0,-4 0-38 15,-2-3-32-15,-6 3-20 0,0 0-18 0,-6 0-16 0,-2 3-24 16,-4 2-16-16,-8 1-8 0</inkml:trace>
  <inkml:trace contextRef="#ctx0" brushRef="#br1" timeOffset="-152382.83">18503 14881 252 0,'7'10'374'0,"6"6"-26"16,0-5-10-16,7-5 21 0,-1 3 14 0,1-6-1 16,6 0-16-16,-7-3-25 0,1 0-25 0,6 0-35 15,-13 0-50-15,6-3-70 0,1 0-66 0,-7-1-76 16,0-1-96-16,-6-1-101 0,-7-2-133 0,0 0-151 15,-14 5-119-15,2 0-80 0,-8-2-31 0,7 2 14 16</inkml:trace>
  <inkml:trace contextRef="#ctx0" brushRef="#br1" timeOffset="-146898.96">19416 15012 194 0,'0'-3'255'0,"-8"-1"-89"0,8 1-69 16,0-2-46-16,-6 2-26 0,6-4-19 0,6 3-15 16,-6 1-13-16,8-1-10 0,-2-4-9 0,7 5-11 15,-7-1-8-15,1 1-10 0,6-1-11 0,-7 4-19 16,0-4-36-16,-6 1-48 0</inkml:trace>
  <inkml:trace contextRef="#ctx0" brushRef="#br1" timeOffset="-146216.95">19207 14471 220 0,'-6'0'412'0,"6"0"-60"15,-8 0-76-15,8-5-53 0,8 5-37 16,-8 0-22-16,12 0-19 0,-5-2-15 0,6 2-15 15,6 0-14-15,7 0-18 0,-6-5-15 0,13 5-14 16,-1-3-11-16,1-1-12 0,6 4-11 0,-7-4-8 16,8-3-8-16,-1 7-3 0,-7-7-2 0,1 7 0 15,-7-4-1-15,0 1-2 0,-7 3 3 0,-5-5 0 16,-2 5 3-16,-5 0 9 0,-1 0 20 0,-6 0 29 16,0 5 29-16,-6-2 23 0,-1 4 14 15,-5 1 9-15,-2-1 8 0,1 5-3 0,-1-2-14 16,-4 5-25-16,4-5-25 0,8 5-19 0,0 0-13 15,-1 3-8-15,0-3-9 0,1 3-4 0,6 0-2 16,-6 5-3-16,6-5 0 0,0 4 2 0,6-4-1 16,-6 5 0-16,0-2 2 0,6 1 2 0,1-1 1 15,0 2 1-15,-7-1-1 0,6 0 1 0,-6 0 0 16,6 0 1-16,-6 0-1 0,0 3-1 0,7-2-2 16,-7-5 1-16,0 4-5 0,-7 0-2 0,7 0-2 15,0-4-3-15,-6 1-3 0,0-1-2 16,6-3-5-16,-7-1-1 0,0 1-1 0,7-8-7 15,-6 4-14-15,6-4-10 0,0-3-28 0,-6 3-45 16,-1-3-51-16,1-4-53 0,-1 0-48 0,-6-4-54 16,7-3-49-16,-8 0-46 0,2-4-21 0,-1 0-9 15,-1-4-10-15,2 1-21 0,-2-4 7 0</inkml:trace>
  <inkml:trace contextRef="#ctx0" brushRef="#br1" timeOffset="-146015.79">19175 14797 348 0,'0'0'408'0,"0"0"-64"15,12-4-61-15,8 4-41 0,6 0-22 0,13 0-14 16,0-4-15-16,7 1-17 0,-1-1-21 0,7-4-24 16,1 5-20-16,5-2-23 0,-6 3-31 15,-6-2-45-15,6 0-47 0,-13 4-45 0,0-4-52 16,-6 4-62-16,-1-3-63 0,-6 3-59 0,1-4-69 15,-9 4-72-15,-4 0-17 0,5-4 2 0</inkml:trace>
  <inkml:trace contextRef="#ctx0" brushRef="#br1" timeOffset="-139467.08">2482 16243 99 0,'-6'0'81'0,"6"0"-39"0,-7 0-21 16,7 0-10-16,0 0-6 0,0 0-2 15,0 5-3-15,7-5-3 0,-7 0 1 0,0 0-1 16,6 0 1-16,-6 0-2 0,0 0 4 0,0 0 2 0,0 0 1 16,0 3 2-16,0-3-3 0,0 0-3 15,-6 0-11-15,-1 4-11 0,-6-4-36 0,-1 0-64 16</inkml:trace>
  <inkml:trace contextRef="#ctx0" brushRef="#br1" timeOffset="-137782.56">4709 16269 108 0,'0'0'125'0,"7"-4"-15"0,-7 4-1 0,0 0 3 15,0 0 6-15,0 0 6 0,0 0 3 0,0 0-2 16,0 0-5-16,0 0-5 0,0 0-6 0,0 4-3 15,0 0-5-15,0 3-5 0,0 0-5 0,-7 4-2 16,1 0-2-16,6 4-4 0,0 0-4 0,-6 0-7 16,6 3-7-16,-8 0-7 0,8-3-7 15,0 3 0-15,8 1 0 0,-16-2-2 0,8 3-3 16,8-3-1-16,-8 2-3 0,6-5-3 0,7 0-2 16,-7 2-5-16,1-6-6 0,-1-2-3 0,-6 2-4 15,7-1 0-15,-1-6 0 0,-6 4 2 0,0-7 6 16,7 4 8-16,-7-1 8 0,0-3 8 0,0 0 2 15,0 0-2-15,-7-3-2 0,7-1-3 0,0-3-8 16,-6 0-12-16,6-1-18 0,-7-3-15 16,7-3-12-16,0-2-10 0,0 2-8 0,0 0-5 15,0-1-3-15,0 1-2 0,7-1 4 0,-1 3 6 16,1 2 8-16,0-5 7 0,-1 8 7 0,7-4 4 16,-6 3 1-16,5 1 4 0,1-1 1 0,1 1 1 15,-2 4-2-15,2-1 1 0,-2 1-2 0,-5 3 1 16,6-4 3-16,0 4 3 0,1 4 7 0,-2-4 7 15,8 7 14-15,-7-4 14 0,7 4 15 0,-2 5 11 16,-4-1 6-16,5 0 4 0,-5-1-2 0,5 5-3 16,-7 0-8-16,2-3-10 0,-7 2-12 0,6-1-8 15,-7-1-6-15,0-1-4 0,-6 0-6 16,8-3-3-16,-8 3-3 0,0-8-4 0,0 4 1 16,0-3-1-16,0 0 0 0,0-4 1 0,0 0 4 15,0 0 4-15,0 0 2 0,0-4 0 0,0 0-1 16,0-3-1-16,6 0-4 0,-6-8 0 0,6 4-6 15,7 0-2-15,-6-3-6 0,6-1-1 0,-1 5-1 16,2 2 0-16,-2-4 0 0,2 9 0 0,-1-4-3 16,-7 7 1-16,8-4 0 0,-9 1 1 0,8 3 0 15,0 3 3-15,-6 1 0 0,0-1 0 0,-1 4 2 16,0 1 1-16,2 4-10 0,-2-2-21 16,0 1-41-16,0 4-56 0,-6-4-55 0,8 0-63 15,-2 0-68-15,7 0-57 0,0-4-39 0,0 0-30 16,0-3-25-16,6-1-24 0,1-3 6 0</inkml:trace>
  <inkml:trace contextRef="#ctx0" brushRef="#br1" timeOffset="-137434.39">5836 16474 1 0,'7'-7'290'16,"-1"-4"-70"-16,0 4-55 0,1-5-29 0,-7 2-14 16,7 2-6-16,-1 1-8 0,0-4-9 0,1 3-7 15,-7 1 0-15,0 4 0 0,0-1 0 0,0 1-2 16,-7-1 0-16,1 4-1 0,-7 4 0 0,0-1 0 15,-7 4 1-15,-5 0 0 0,-1 5 1 16,-1-1 2-16,1 0-1 0,0-1-2 0,7 2-4 16,6-5-9-16,0 4-10 0,-1-4-15 0,8 0-12 15,0 1-14-15,6-4-11 0,0-1-7 0,6 1-2 16,0-4-4-16,8 0 0 0,-1 0 0 0,6 0 0 16,-6-4-2-16,13-3 2 0,-6 4-2 15,-1-4-2-15,1-1 0 0,0 0-3 0,-1 4-2 16,1-3 1-16,-8 4-1 0,2-1 1 0,-8 4 2 15,7-3 8-15,0 6 15 0,0-3 15 0,1 4 16 16,-8-1 9-16,7 4 8 0,0 1 3 0,0-1 0 16,-1 0-3-16,2 1-15 0,-1-1-24 0,0 1-42 15,0-1-51-15,0 0-52 0,0-2-48 16,0-2-52-16,0 0-57 0,0-3-47 0,-6 0-35 0,-1 0-17 16,1-3-12-16,-1 0-14 0,-6-5-18 0</inkml:trace>
  <inkml:trace contextRef="#ctx0" brushRef="#br1" timeOffset="-137250.8">6161 16365 12 0,'0'-4'287'0,"0"4"-56"0,7 0-45 15,0 0-24-15,-1 0-10 0,7 0 1 0,1 4 3 16,-2 3 2-16,8-3-5 0,-1 3-7 0,7 0-9 16,0 1-8-16,1-1-14 0,-8 0-16 0,7 4-16 15,0-4-17-15,-7 5-15 0,8-5-16 0,-8 3-25 16,1-2-31-16,-8-1-35 0,2 0-42 0,-1 1-46 15,-7-4-45-15,1-1-40 0,0 1-34 0,-1-4-26 16,-6 0-34-16,0-4-36 0,6 1-19 0</inkml:trace>
  <inkml:trace contextRef="#ctx0" brushRef="#br1" timeOffset="-137050.87">6650 16306 348 0,'-7'-4'324'0,"1"4"-56"0,-1 4-38 16,1-1-21-16,-7 5-8 0,0 4 4 0,0-2 11 15,-7 0 14-15,-6 6 0 0,7 2-11 0,-7 0-16 16,-7 0-16-16,7 0-23 0,-7 4-27 0,1-2-32 16,0 1-37-16,-1 2-24 0,1-3-21 0,-1-1-29 15,1 3-45-15,5-4-52 0,1-3-51 0,6-1-60 16,1 2-67-16,6-5-63 0,0-4-56 0,0 1-64 16,13-5-45-16,0-3-4 0,13-3 18 0</inkml:trace>
  <inkml:trace contextRef="#ctx0" brushRef="#br1" timeOffset="-136814.89">7392 16405 259 0,'0'3'423'0,"0"-3"-68"0,0 4-87 0,0-4-69 16,7 0-48-16,0 0-34 0,6-4-24 16,7 4-20-16,-2 0-22 0,15-3-21 0,-7 3-22 15,7-4-23-15,-7 4-27 0,6-3-34 0,-5-2-39 16,-8 2-38-16,7-1-31 0,-13 4-26 0,0 0-21 16,0 0-18-16,-6 0-25 0,-7 0-17 0</inkml:trace>
  <inkml:trace contextRef="#ctx0" brushRef="#br1" timeOffset="-136650.52">7457 16613 56 0,'0'8'366'0,"8"-5"-44"0,4 4-51 0,1-7-31 16,1 5-15-16,4-5-15 0,9-5-24 0,-7 5-28 16,6 0-30-16,0-2-29 0,-7-3-30 0,7 5-37 15,0-3-42-15,-6-1-55 0,-1 0-64 0,-5 1-62 16,-2-1-61-16,-5 0-83 0,-7 1-79 0,0 0-36 15,6 3-10-15</inkml:trace>
  <inkml:trace contextRef="#ctx0" brushRef="#br1" timeOffset="-135317.79">9125 16255 4 0,'7'0'69'0,"-7"0"-8"15,6 0 1-15,0 3 3 0,1-3 7 0,-7 0 6 16,6 0 8-16,1 0 10 0,0 0 8 0,-1 0 9 16,-6 0 6-16,0 0 2 0,6-3 2 0,-6 3-5 15,0 0-6-15,0-4-8 0,0 1-12 16,-6-2-11-16,6 5-12 0,-6-3-10 0,-1-1-6 16,0-3-6-16,1 3-3 0,-7-3-4 0,7 3-1 15,-8-4-3-15,-5 1-3 0,-1 0 1 0,8 0-2 16,-14-4 3-16,6 4 2 0,-6-1 1 0,-1 1 7 15,1 0 7-15,1-1 5 0,-1 5-1 0,0-1-2 16,-7 4-7-16,7 0-5 0,0 0-8 0,7 4-9 16,-8 3-11-16,8 0-5 0,-1 0-4 0,1 5-2 15,12-2-1-15,-6 1 0 0,13 5 3 0,-6-2-1 16,12 1 1-16,-6-5-1 0,13 5-1 0,-6 0 1 16,5-1-1-16,8 1-3 0,0-5 0 0,-1 7 0 15,7-3 1-15,-6-1 0 0,5 3 1 16,9-2 0-16,-9 1 1 0,1-4 4 0,-6 4 7 15,6 0 8-15,-7-5 13 0,8 5 18 0,-14-1 13 16,6 1 15-16,-5 0 8 0,-8 0 5 0,0-4 2 16,1 3-2-16,0-3-7 0,-7 0-10 0,0 0-11 15,0 1-6-15,-7-6-8 0,0 5-5 0,1-3-4 16,0-5-2-16,-2 2-5 0,-4 2-6 0,-1-4-4 16,0 1-5-16,-6-4-3 0,-1 0 1 0,0 0-4 15,1-4-4-15,-7-4 2 0,6 6-2 0,1-10-1 16,5 1-1-16,2 1-1 0,4-6-3 15,8 2-3-15,0-4-4 0,20-1-10 0,7-4-6 16,-1 6-10-16,0-1-13 0,13-1-15 0,0 4-26 16,-1 1-36-16,2-1-41 0,5 0-34 0,1 5-32 15,6-1-38-15,-12 0-39 0,-2 4-36 0,1-1-24 16,-13 1-18-16,-6 3-38 0,-1 0-29 0,-5 4-6 16</inkml:trace>
  <inkml:trace contextRef="#ctx0" brushRef="#br1" timeOffset="-127236.23">11489 16335 56 0,'-6'4'173'0,"6"-4"-58"0,-7 0-30 0,7 0-18 16,0 4-9-16,0-4-5 0,0 0-6 0,0 0-7 16,0 0-7-16,0 0-8 0,0 0-6 0,0 0-1 15,0 0-2-15,7 0-2 0,-7 3 0 0,0-3-2 16,6 0-2-16,-6 0-2 0,0 0-2 0,0 0-5 15,0 3-4-15,0-3-6 0,0 0-9 0,0 0-10 16,0 5-15-16,0-5-19 0,-6 2-26 0,-1 3-45 16,7-5-74-16,-6 4-45 0</inkml:trace>
  <inkml:trace contextRef="#ctx0" brushRef="#br1" timeOffset="-125952.61">11925 18075 57 0,'0'0'61'0,"0"4"-13"0,0-4-7 16,0 0-4-16,0 0-5 0,0 0-4 16,7 0-4-16,-7 0-4 0,7 4-4 0,-7-4-5 15,0 0-8-15,6 3-14 0,0 1-17 16,-6-4-26-16,0 0-47 0,0 0-68 0</inkml:trace>
  <inkml:trace contextRef="#ctx0" brushRef="#br1" timeOffset="-125169.2">11886 18101 144 0,'-6'0'123'0,"6"0"-27"15,-6 0-17-15,6 0-7 0,-8 0-5 0,8 0-2 16,0 0-4-16,0 0 0 0,0 0-2 0,0 0 3 16,0 0 1-16,0 4 3 0,0-4 2 15,0 0 1-15,0 3 2 0,8-3 0 16,-8 4-2-16,6-4-1 0,-6 4-3 0,0-4-3 15,6 3-3-15,-6-3-4 0,7 0-4 0,0 4-5 16,-1-4 0-16,1 0-2 0,5 0-2 16,2 0-2-16,-2 0-3 0,2 0-2 0,5 0-1 15,-6-4-1-15,6 4-2 0,1 0-3 16,0 0-3-16,5-3-1 0,-5 3 1 0,0 0-1 16,-1 0 2-16,7 0-3 0,-6 0-1 15,-1 0 0-15,1 0 2 0,6 0 1 0,-6 0 2 16,5 0 3-16,2 0 6 0,-1 0 6 15,6-4 4-15,1 4 4 0,-7 0-1 0,6-4-1 16,-5 4-1-16,-1-3-4 0,6 3-5 0,-5-4-6 16,5 4-6-16,-6-3-6 0,7 3-2 15,-7 0-1-15,-2 0-5 0,2-5-2 0,-5 5-2 16,6 0-1-16,-9-3 4 0,2 3 7 16,0 0 6-16,-7 0 8 0,7 0 6 0,-8 0 7 15,-5 0 3-15,6-4 4 0,-6 4 0 16,-1 0-6-16,0 0-6 0,1 0-9 0,6 0-6 15,-7 0-7-15,1-3-8 0,0 3-3 0,-7 0-2 16,6 0-1-16,-6 0 1 0,7 0 2 16,-7 0 1-16,0-4 3 0,0 4 4 0,-7 0-1 15,7 0-3-15,-6 0-17 0,-1 0-45 16,0-4-59-16,-12 1-87 0,0 3-110 0,-8-4-147 16,7 0-104-16,2 1-57 0,11-4-21 15,14-9 24-15</inkml:trace>
  <inkml:trace contextRef="#ctx0" brushRef="#br1" timeOffset="-119781.97">12642 17101 17 0,'0'0'48'0,"0"0"12"0,0 0 3 0,0 3 1 16,0-3 1-16,-7 0-2 0,7 0-2 0,0 0-5 16,-6 0-6-16,6 0-7 0,0 0-9 0,0 0-7 15,0-3-9-15,0 3-8 0,0 0-6 0,0 0-8 16,0-3-6-16,0 3-7 0,6 0-4 0,-6 0-4 0,0-5 0 15,0 5-3-15,0 0 1 0,0 0 2 16,7 0 4-16,-7 0 5 0,0 0 5 0,0 0 4 16,0 0 2-16,0 0 5 0,0 0 7 0,0 0 2 0,-7 0 4 15,7 0 2-15,0 0 0 0,-6 0 1 0,6 0-1 16,0 0-3-16,0-3-6 0,0 3-9 0,0 0-11 16,0 0-10-16,0-4-10 0,0 4-10 0,0-3-8 15,0 3-9-15,0 0-4 0,0 0-4 0,0-4-2 16,0 4 1-16</inkml:trace>
  <inkml:trace contextRef="#ctx0" brushRef="#br1" timeOffset="-117169.74">11783 17255 14 0,'0'0'65'0,"-8"0"-18"0,8 0-8 16,-6 0-7-16,6 0-1 0,-6 0-2 0,-1 0 0 0,1 0 0 16,6 0 2-16,-7 0 4 0,0 0 3 15,1 0 3-15,0 0 4 0,-1 0 3 0,0 3 3 16,7-3 3-16,0 0 0 0,0 0 0 0,0 4-1 0,0-4-1 15,0 0-6-15,0 0-3 0,0 0-4 0,7 0-7 16,-7 0-5-16,0 0-5 0,7 0-3 0,-7 0-5 16,0 0 1-16,6 0 1 0,-6 0 2 0,6 0 4 15,-6 0 5-15,0 0 4 0,7 0 5 0,-7 0 6 16,7 0 4-16,-7 4 3 0,6-4 0 0,1 0-1 16,-1 0 0-16,0 0-2 0,2 0 0 0,4 0-2 15,2-4-1-15,-8 4-2 0,7 0 2 0,7 0-1 16,-8-4-2-16,8 4-1 0,0-3-3 0,-1 3-4 0,1 0-1 15,-8-4-2-15,8 4-3 0,-1-3-1 16,1 3 1-16,0-5-1 0,-1 5-1 0,1 0 3 16,-8 0 2-16,2-3 2 0,5 3 3 0,-6 0 2 0,0 0 3 15,7-4 0-15,-14 4 0 0,8 0 1 0,-8 0-2 16,7 0-2-16,0 0-3 0,-6 4 0 0,5-4-4 16,2 0-1-16,-8 0-2 0,7 0-3 0,0 3-3 15,0-3 0-15,1 0-3 0,5 0 2 0,-6 0 0 16,6 0 4-16,1 0 6 0,-7 0 9 0,6 0 8 15,1 0 3-15,-1 0 5 0,-6 0 1 0,7 0-1 16,-7 0-2-16,0 0-5 0,7 0-5 0,-8 0-5 16,2 0-2-16,-1 0-3 0,-1 0 0 0,-4 0-2 15,4 0 0-15,-6 0-3 0,8 0 0 0,-1 0 0 16,0 0-2-16,0 0-1 0,-1-3-1 0,8 3-1 16,-6 0-1-16,5 0-1 0,-5-4-1 0,-2 4-5 15,1 0-1-15,0 0-3 0,6 0 1 0,-5 0-1 0,6 0 0 16,-1 0-1-16,-6 0-1 0,6 0-1 15,-5-3 0-15,-2 3-2 0,1 0-1 0,1 0 0 0,-2-4 1 16,2 4-3-16,-2 0 2 0,-5 0 2 0,6 0-1 16,-6 0 1-16,5 0 0 0,2 0-2 0,-2 0 0 15,2 0 1-15,-1 0 0 0,0 0-1 0,0 0 0 16,-1 0-1-16,8 0 0 0,-7 0 0 0,7-4-1 16,-7 4-1-16,0 0-1 0,0 0 2 0,0 0-2 15,0 0 2-15,0 0-1 0,0 0 2 0,1 0 1 16,-2 0-1-16,1 0 3 0,0 0-1 0,0 0 2 15,1-3 1-15,-2 3 2 0,1 0 0 0,0 0-1 16,0 0 1-16,1 0-1 0,5 0-3 0,-6 0 0 16,6 0-2-16,-5 0 1 0,5 0-2 0,-6 0 1 0,7 0-2 15,-1 0 2-15,1 0 0 0,-8 0-2 16,8 0 0-16,-7 0-4 0,1 0 0 0,-2 0 1 16,8 0 1-16,-7 0-1 0,7 0 3 0,-8 0 0 0,8 0 0 15,-7 0 4-15,7 0-1 0,0 0 0 0,-2 0-1 16,2 0-1-16,-7 0-2 0,7 0-1 0,-2 0 2 15,3 0-1-15,-1 0-1 0,-2 0-1 0,2 0 1 16,7 0 1-16,-8 0-1 0,0 0 1 0,1 0-1 16,6 0 1-16,-7 0 2 0,1 0-1 0,0 0-1 15,-2 0-3-15,3 0 2 0,-2 0 0 0,1 0 0 16,6 0-1-16,-6 0-1 0,-1 0 1 0,1 0 0 0,6 0 3 16,-7 0-2-16,1 0 0 0,6 0 1 15,-7 0 1-15,1 0 0 0,0 0-1 0,6 0 0 16,-7 0 0-16,1 0 2 0,-1 0-2 0,7 0-1 0,-6 0-1 15,0 0 0-15,-2 0 1 0,9 0-7 0,-7 0 6 16,6 0-1-16,-1 0 2 0,-5 0 0 0,0 0-1 16,-1 0 0-16,7 0 1 0,-6 0 7 0,-1 0-5 15,7 0 0-15,-12 0-3 0,4 0 1 0,2 0 2 16,0 0 0-16,-1 3-2 0,-5-3 0 0,5 0 1 16,-6 0-1-16,6 4 2 0,-5-4-1 0,-2 4 1 15,8-4-1-15,-1 3-1 0,1-3 0 0,0 4 0 16,-1-4 0-16,1 0-1 0,6 3 2 0,-7-3-1 15,1 0 0-15,0 0 0 0,-8 5 0 0,8-5 1 16,-1 0-1-16,1 3 3 0,0-3-2 0,-7 0-2 16,0 4 1-16,6-4 0 0,-5 0 0 0,-2 0 0 15,8 3 0-15,-7-3 0 0,7 0 1 0,-8 0 1 0,8 4 0 16,-8-4 1-16,2 0-2 0,5 0-1 0,-5 4 0 16,5-4 0-16,1 3-1 0,-8-3 0 15,8 0 0-15,0 4 0 0,-1-4 0 0,1 0 0 0,-7 4 2 16,6-4-3-16,1 0 2 0,-1 3-1 0,1-3 1 15,-1 0 1-15,1 0-1 0,0 0 2 0,-1 0-2 16,7-3 4-16,-6 3-3 0,0 0 0 0,-1 0 0 16,1 0-1-16,-2 0 1 0,2 0-1 0,0 0 1 15,-1 0 1-15,1 0 0 0,-7 0 0 0,7 3 0 16,-8-3-1-16,2 0 0 0,-2 0-1 0,8 0 0 16,-7 4 0-16,1-4-1 0,-2 0 1 0,2 0 1 15,5 0-1-15,1 0 1 0,-2 0 1 0,2 0-1 0,-6 0-1 16,5 0 1-16,1 0 2 0,-1 0-2 0,-6 0 0 15,0 0-2-15,0 0 1 0,6 0 1 16,-5 0-1-16,5 0 2 0,1 0-4 0,0 0 1 0,-1 0 2 16,0 0 0-16,1 0 1 0,-7 0-2 0,0 0 1 15,6 0-2-15,1 0 1 0,-1 0 0 0,1 0 0 16,0-4 1-16,-1 4-1 0,1 0 0 0,0 0 1 16,-8 0-1-16,8 0 1 0,-7 0 2 0,0 0-3 15,6 0 0-15,-6 0 0 0,1 0 2 0,-2 0-2 16,2 0 0-16,-2 0-1 0,2 0 1 0,-2 0 2 15,9 0-2-15,-9-3 0 0,7 3 0 0,7 0 1 16,-6 0 0-16,0-4 0 0,-1 4-1 0,7 0-1 0,-6 0 1 16,0 0-2-16,-1 0 2 0,1 0 0 0,-1 0 0 15,1-4 0-15,0 4 0 0,-3 0 0 0,4 0 0 16,-8 0 2-16,7-3-2 0,0 3 0 0,-8 0 1 16,8 0-1-16,-1 0 1 0,1 0-1 0,0-4 1 15,-1 4 0-15,1 0 0 0,0 0-1 0,-1 0 1 16,0-4-1-16,0 4 0 0,1 0 0 0,0 0 0 15,-1-3 0-15,1 3 1 0,0 0 0 0,-1 0 0 16,1 0 0-16,6 0 0 0,-7 0 0 0,1 0-1 16,0 0 0-16,6 0 0 0,-7 0 0 0,1 0 0 15,-1 0 0-15,7 0 0 0,-6 0 1 0,0 0 0 0,-2 0-1 16,2 0 1-16,-1-4-1 0,1 4 0 16,0 0 0-16,-1-3-2 0,1 3 1 0,0 0 1 0,-1 0 0 15,1-5-1-15,6 5 0 0,-7 0 0 0,1 0 1 16,-8 0 2-16,8-3-1 0,0 3-1 0,-1 0 0 15,1-4 0-15,-8 4 0 0,8 0 2 0,-7 0-1 16,7-3 1-16,-8 3-1 0,2 0 0 0,-1 0-1 16,0-4 0-16,0 4 0 0,0 0-1 0,0 0-2 15,0 0 1-15,0 0 1 0,-6 0 0 0,5 0 0 16,2 0 1-16,-8 0 0 0,8 0 1 0,-8 0 0 16,7 0-1-16,-7 0 0 0,7 0 1 0,-6 0 0 15,-1 0-1-15,8 0 1 0,-8 0 0 0,0 0 0 0,1 0 1 16,6 0-2-16,-7 0 1 0,1 0 0 0,6 0 1 15,-6 0-1-15,-1 0 1 0,-1 0 1 16,10 0 1-16,-9 0 2 0,1 0 1 0,-1 0 1 0,0 0 2 16,1 0 1-16,0 0-1 0,-1 4 1 0,0-4 1 15,-6 0-2-15,8 0 0 0,-2 0-2 0,0 3 1 16,1-3-2-16,-1 0 2 0,-6 0 0 0,7 4 0 16,-1-4 1-16,1 0 2 0,-1 3 2 0,0-3 2 15,-6 0 1-15,8 0-1 0,-2 5 2 0,0-5-1 16,1 3-2-16,0-3 2 0,-1 4 0 0,0-4-3 15,1 0 2-15,-7 0-4 0,6 3 1 0,-6-3 0 0,7 0 0 16,-7 4-1-16,0-4 0 0,7 0 1 0,-7 0-3 16,0 0 3-16,0 0-3 0,0 0 0 15,0 0-3-15,0 0 0 0,0 0-2 0,0 0-3 0,0 0-3 16,0 0-13-16,0 0-27 0,-7 0-58 0,0-4-92 16,-6 1-107-16,-6-4-125 0,-8-1-156 0,-5-3-94 15,-7 4-55-15,0-4-10 0,0 4 36 0</inkml:trace>
  <inkml:trace contextRef="#ctx0" brushRef="#br1" timeOffset="-113054.83">12446 17566 7 0,'0'0'125'0,"0"0"-32"0,0 0-20 0,0 0-14 16,0 0-8-16,0 0-6 0,0 0-5 0,0 4-3 15,0-4-4-15,0 0 0 0,0 0 1 0,0 0 1 16,0 3 7-16,0-3 6 0,0 0 4 0,0 0 4 15,0 0 4-15,0 4-1 0,0-4 0 0,0 0-7 16,0 0-4-16,0 0-10 0,0 0-7 0,-6 0-9 0,6 0-8 16,0 0-4-16,0 0-4 0,0 0-3 15,-7 0-1-15,7 0-2 0,0 0 0 0,0 0 0 16,0 0 0-16,0 0 0 0,0 0 0 0,0 0 0 0,0 0 1 16,0 0-1-16,0 0 1 0,0 0-1 0,0 0 1 15,-6 0-1-15,6 0-1 0,0 0 0 0,0 0 0 16,0 0 1-16,0-4-4 0,0 4 1 0,0 0 0 15,0 0-4-15,-7 0-2 0,7 0-3 0,0 0-3 16,0 0-2-16,0 0 1 0,0 0-2 0,0 0 2 16,0 0 2-16,0 0 1 0,0 0 4 0,0 0 2 15,0 0-3-15,0 0-6 0,0-3-12 0,0 3-13 16,0-4-16-16,0 0-17 0,0 1-19 0,0 3-22 0,-6-4-33 16,6 4-48-16,0 0-55 0</inkml:trace>
  <inkml:trace contextRef="#ctx0" brushRef="#br1" timeOffset="-111903.9">12505 17523 28 0,'0'0'73'0,"0"0"-23"0,0 0-15 0,0 0-10 15,0 0-6-15,0 0-6 0,0 0-5 16,0 0-3-16,0 0-3 0,0 0-1 0,0 0 3 0,0 0 0 16,0 0 2-16,0 0 1 0,0 0 0 0,0 0 3 15,0 0 1-15,0 0 2 0,0 0 0 0,0 0 1 16,0-5 2-16,-6 5 1 0,6 0 1 0,-7 0 2 16,7 0 0-16,0-4 1 0,-7 4 2 0,7 0 0 15,-6 0 1-15,6-3 0 0,-7 3 0 0,7 0-1 16,0-3 0-16,-6 3 1 0,-1-4 0 0,1 4 1 15,-1 0 2-15,7-4 3 0,-6 4 5 0,-1 0 6 16,1 0 4-16,-1-3 4 0,1 3 7 0,6 0 2 0,-7 0 3 16,1 0-2-16,0 0-1 0,-1 0-5 0,7 0-2 15,-7 0-6-15,1 0-9 0,-7 3-5 16,6-3-7-16,1 4-5 0,-1-4-6 0,-6 4-3 0,7-4-2 16,-1 3 0-16,-5 4 0 0,4-2 2 0,-4-2 3 15,5 4 3-15,1 0 6 0,-1 1 4 0,1-1 3 16,-7 0 1-16,7 4 3 0,-2-3 1 0,2-2-4 15,6 6-1-15,-6-5-2 0,6 4-1 0,0-4-6 16,6 5-4-16,-6-5-4 0,0 4-3 0,6-4-1 16,2 0-2-16,-2 1-2 0,7-1-1 0,-7 1 3 15,7-1 0-15,-6 0 1 0,5-3 2 0,8 4-1 16,-7-5 1-16,0 0 2 0,0-3 0 0,7 4 1 16,0-4 0-16,-1-4-1 0,7 4-1 0,-7-3-1 15,14 0-1-15,-15-5-1 0,16 4-3 0,-8-3-1 16,-6 0-1-16,6-4 0 0,0 4 2 0,-7-5 2 0,1 1 5 15,-7 0 2-15,0-4 2 0,0 4 5 0,-8 0 2 16,4-4 0-16,-9 5 2 0,-9-5-1 16,4 4-1-16,-1-3-2 0,-7 3 0 0,-7 3 0 0,0-2 0 15,1 2-1-15,-1 0 1 0,-6 5-2 0,6-5-3 16,-5 6-3-16,-1 2-8 0,6 0-14 0,-6 0-19 16,6 0-30-16,1 0-42 0,-1 2-46 0,7-2-44 15,7 5-39-15,-7-2-32 0,6-3-39 0,1 8-54 16,6-5-30-16</inkml:trace>
  <inkml:trace contextRef="#ctx0" brushRef="#br1" timeOffset="-108254.88">14608 16566 107 0,'-12'0'154'0,"-1"0"-34"0,6 0-16 15,0 0-3-15,1 0-1 0,0 0 3 0,6 0 2 16,0 0 2-16,-6 0-1 0,6-4-4 0,0 4-9 16,0 0-12-16,0 0-12 0,0 0-13 0,0 0-14 15,0 0-15-15,0 0-22 0,0 0-28 0,0-3-34 16,0 3-37-16,-8 0-36 0,8 0-36 0,-6 0-54 15,-7 3-72-15,7-3-47 0</inkml:trace>
  <inkml:trace contextRef="#ctx0" brushRef="#br1" timeOffset="-106671.39">12629 17061 49 0,'0'-5'50'16,"6"3"-16"-16,-6 2-9 0,0-5-5 0,7 5-2 15,-7-3-2-15,0 3 2 0,7-4 0 0,-7 4 2 16,6 0 3-16,-6 0 3 0,0-4 2 0,0 4 4 15,0 0 2-15,0 0 1 0,-6 0 2 0,6 0 3 16,-7 0-1-16,7 4 2 0,0-4 3 0,-7 0 2 16,7 0-1-16,0 4 1 0,-6-4 1 0,-1 0-2 15,1 3-1-15,0-3-1 0,-2 5-2 0,8-3-1 0,-6 3 0 16,6-5-1-16,-6 7 0 0,0-3-2 0,-2-1 1 16,8 5-2-16,-12-1-2 0,5 1-2 0,1-2-2 15,-1 2-1-15,-6-1-2 0,7 4-1 0,0-4-2 16,-3 1-3-16,4 3 0 0,-1 0 0 0,-1-4 0 15,7 4-2-15,-7 0-2 0,-6-1-3 0,7 6-1 16,-1-5-2-16,1-1-2 0,-1 5-2 0,-6-4-2 16,7 0 0-16,-1 1-3 0,1-2 0 0,-1 1 0 15,1 0-1-15,6-4 0 0,-6 1 2 0,-1-5 0 16,0 5 2-16,7-4 0 0,-6-2 3 0,6 3 1 16,0-1 1-16,-6-1-1 0,6-3 1 0,0 0 0 15,0 0 0-15,0 4-2 0,0-4-1 0,0 0-2 0,-7 0-2 16,7 0 1-16,0 4-2 0,0-4-1 15,0 0 0-15,0 0 0 0,0 3 0 0,0-3 0 16,0 0 2-16,0 0 4 0,0 0 6 0,0-3 4 0,0 3 6 16,0 0 4-16,0 0 6 0,7-4 3 0,-7 4 1 15,0-4-1-15,6 4-5 0,-6-3-2 0,0-1-6 16,0-1-6-16,0-1-4 0,0 2-6 0,6-3-3 16,-6-3-3-16,7 1-1 0,-7-2-4 0,0-3 1 15,7 3 0-15,-1 0 1 0,-6-4 0 0,6 0-1 0,1 5 1 16,-7-5 6-16,6 3-3 0,1 2 0 15,-1-1-1-15,1 0 0 0,-1-1 0 0,-6 6 0 16,7-5 0-16,-1 3-5 0,1-3 3 0,-1 4 1 0,7 0-1 16,-6 3 2-16,0-3 0 0,-1-1-2 0,-1 1 2 15,4 4 0-15,3-1 0 0,-6-3 0 0,1 3 1 16,0 0-1-16,-1 1 1 0,1-2 1 0,-1 3 0 16,-6-3-2-16,6 2 2 0,-6 3-1 0,0-4 1 15,0 4 0-15,0 0-1 0,0 0 0 0,0 0 0 16,0 0 0-16,0 0 0 0,0 0 0 0,0 0-1 15,0 0 0-15,0 0 0 0,0 4 0 0,0-1 0 16,-6-3 1-16,6 7-1 0,-6-2 2 0,6 2 1 16,-7-3-1-16,7 3 3 0,0 4 0 0,-6-3 2 15,-1 2 2-15,7 1 2 0,0 0 2 0,-7 0 2 16,1 4 4-16,6-1 0 0,0 1 1 0,-6-1 0 16,6 2-1-16,-6-2 0 0,6 5-4 0,-9-5-1 15,9 1-3-15,-5 0-1 0,5-1-1 0,-6 0 1 16,-1-3 0-16,0 0 2 0,1 1 1 0,-1-5 3 15,7 4 4-15,-6-4 2 0,-1-3 5 0,7 3 4 0,0-4 6 16,-6 2 5-16,6-2 8 0,0 1 4 0,-7-4 12 16,7 3 7-16,0-3 5 0,-6 4 0 0,6-4-5 15,-7 0-7-15,7-4-9 0,0 4-8 0,-6 0-14 16,6-3-18-16,0 3-24 0,0-4-35 0,0 1-39 16,0-2-43-16,6 2-63 0,1-4-75 0,-1 3-86 15,1-3-118-15,6 3-68 0,6-3-11 0,6 0 9 16</inkml:trace>
  <inkml:trace contextRef="#ctx0" brushRef="#br1" timeOffset="-105921.25">19096 17206 78 0,'-6'0'103'0,"6"-2"-32"0,0 2-17 0,-7 0-10 16,7-5-4-16,0 5-4 0,-6 0-3 0,6 0-5 16,-7 0-1-16,7 0 0 0,0 0-1 0,-7 0 2 15,7 5-3-15,-6-5-1 0,0 0-3 0,0 0-2 16,-2 0-4-16,2 0-7 0,-7 0-10 0,6 0-15 16,-6 2-17-16,1-2-19 0,-2 0-24 0,-5 5-45 15,-1-1-54-15</inkml:trace>
  <inkml:trace contextRef="#ctx0" brushRef="#br1" timeOffset="-104855.68">18152 17141 13 0,'0'-4'111'0,"0"4"-37"0,7 0-22 0,-7-3-15 0,6 3-8 16,-6 0-3-16,0-4-4 0,6 4 0 0,-6 0 0 15,6 0 1-15,-6 0 1 0,0 0 6 0,0 0 3 16,0 0 6-16,0 0 5 0,0 0 5 0,0 0 5 15,0 4 5-15,0-4 4 0,0 0 4 0,0 0 4 16,0 3 1-16,0-3 2 0,0 0-3 0,0 0-3 16,0 0-2-16,0 0-6 0,0 4-4 0,0-4-3 15,0 0-6-15,-6 4-3 0,6-4-3 0,-6 3-3 16,0 1-1-16,-1 0-1 0,7-1 1 0,-7 0-1 0,-6 5 3 16,7-4 1-16,-1 3 1 0,0 0 1 0,1 1 0 15,-6 0-1-15,4 3 0 0,-4-4-2 16,5 4-2-16,1-1-3 0,-8 5-4 0,14-4-1 0,-12 4-1 15,12-4-1-15,-6 3-4 0,-2 1-3 0,2-4-2 16,0 4-2-16,6 0-3 0,-7-1-2 0,7 0-1 16,0 1-2-16,-7-4 0 0,7 7 2 0,0-6 0 15,0 2 2-15,0-3 2 0,-6 1 2 0,6-6 0 16,0 2 0-16,0 0-1 0,0-5-2 0,0 4-2 16,0-2 0-16,0-2-4 0,0 0-3 0,0-3 0 15,0 4-2-15,0 0 1 0,0-4 0 0,0 0 3 16,0 0-1-16,0 0 6 0,0 3 6 0,0-3 8 15,0 0 9-15,0 0 10 0,0 0 7 0,0 0 4 0,0 0 1 16,-7-3-3-16,7 3-7 0,-6-4-7 16,6 0-10-16,0 1-10 0,-6 0-10 0,6-6-4 15,-8 6-3-15,8-4-2 0,-6 3-2 0,6-4-1 0,0 2-1 16,0-1-1-16,0-1 3 0,0 0-1 16,0 1 0-16,6-4 1 0,-6 3-1 0,8 1 3 0,-8 0 0 15,6-4 1-15,-6 4-1 0,0-5-1 0,6 2-1 16,1 3 1-16,-7-4 1 0,6 0 0 0,-6-1 0 15,7 1 0-15,-7 0 0 0,0-3 0 0,7 3 0 16,-7 0 1-16,6-4 0 0,-6 4-1 0,6 1 1 16,-6-2-1-16,0 5 0 0,0-4 0 0,0-1 0 15,0 5 1-15,0-4-1 0,0 4 0 0,0-4 0 16,0 3 0-16,0 2 0 0,0-2 1 0,0 1-1 16,0 0 0-16,0-1 1 0,0 1 0 0,0 0-1 15,0 3 1-15,0 4-2 0,0-4-12 0,-6 1-14 0,6 3-19 16,-6-3-22-16,6 3-21 0,-7 3-22 0,7 0-29 15,0 1-38-15,-7 3-34 0,1 1-27 0,-1-1-18 16,1 4-14-16,0 0-24 0,-2 4-41 0,2-1-42 16,0 1 1-16</inkml:trace>
  <inkml:trace contextRef="#ctx0" brushRef="#br1" timeOffset="-104218.6">18295 17775 129 0,'0'0'103'0,"0"-4"-16"0,0 4-8 16,0 0-4-16,0-4-1 0,0 4-2 0,0-3-3 16,0-1-1-16,0 0 0 0,0 2 1 0,0-3 2 15,0-2 1-15,0 3-2 0,-6 0 2 0,-1-3 0 16,7 3 0-16,-7-2-1 0,1-2-3 0,-1 4-3 16,-6-3-2-16,6 3-1 0,-5-3-3 0,-1 3-1 15,0 1-3-15,0-1-4 0,-7 1-5 0,1-2-6 16,-1 5-6-16,0-3-5 0,-6 3-6 0,7 0-4 15,-1 0-5-15,8 3-5 0,-8-3-1 0,0 5-2 16,1-2-1-16,5 1 0 0,2 3 1 0,-1-3-1 0,6-1 1 16,1 5 1-16,-1-5 0 0,7 4 0 0,0-2 2 15,7 1-2-15,-1 2-1 0,8-1-1 0,-8-3-2 16,14 3 0-16,-1 0-2 0,1 1 0 0,6-1-1 16,-7-3 0-16,7 2-1 0,0 2 1 0,0 0 0 15,1-1 2-15,-1-3-1 0,-7 3 0 0,7 1 0 16,-7-5 0-16,-6 4 0 0,0-3-1 0,1 0 1 15,-8-1-2-15,0 1 2 0,-6-4 1 0,0 4 0 16,-6-1 0-16,0 1 1 0,-8-1 1 0,-5 2-2 16,-1-2 1-16,1 1-1 0,-7-1 0 15,0 1 1-15,-7 0 1 0,7-1 2 0,-6 1 3 16,5 0 5-16,1-1 10 0,7-3 10 0,-1 0 11 16,8 0 8-16,-2-3-1 0,8-1 1 15,6 0-2-15,0 1-4 0,0-5-10 0,12 5-10 16,8-4-12-16,0-5-8 0,13 5-3 0,-1-4-4 15,7 0-9-15,0 0-14 0,1-3-19 0,-2 2-19 16,1-2-22-16,0 3-24 0,-6 1-27 0,-7 1-28 16,0-2-23-16,-6 4-14 0,-7 0-16 0,0-4-15 15,-13 7-26-15,0 1-46 0,-7 3-33 0,1 0-10 0</inkml:trace>
  <inkml:trace contextRef="#ctx0" brushRef="#br1" timeOffset="-102704.99">15241 17090 118 0,'0'0'121'15,"-7"0"-34"-15,7 0-21 0,0 3-14 0,0-3-9 16,0 0-9-16,0 0-7 0,0 5-3 15,0-5-4-15,0 3-1 0,0-3 0 0,0 3 2 0,0 1 4 16,0 0 6-16,0-1 5 0,-6 5 5 0,6-5 1 16,-8 5 3-16,8-5 1 0,-6 5-4 0,0 3-2 15,0-5-6-15,6 2-5 0,-14 3-6 0,8-4-5 16,0 4-4-16,-1 1-4 0,7-1-3 0,-7 3-3 16,1-2-1-16,-1-2-3 0,1 5 0 0,6-4 0 15,0 0 0-15,-6 0 0 0,6 0 0 0,0-4 0 16,0 4 0-16,0-4 0 0,0 5 0 0,6-5 0 15,-6 0 0-15,0 1 2 0,6-1 3 0,-6 0 2 16,7 1 0-16,-7-5 4 0,6 1 0 0,-6 3 2 0,0-3 0 16,7-1-1-16,-7 1-1 0,0 0-1 0,0-1-1 15,7 1-1-15,-7-1 1 0,0 2 3 0,0-5 2 16,0 0 4-16,0 3 3 0,0 1 3 0,0-4 5 16,-7 3 4-16,7-3 2 0,0 0 3 0,-7 0 3 15,7 0 2-15,0-3-2 0,0 3 0 0,0 0-3 16,0-4-2-16,-6 1-5 0,6 3-4 0,-7-5-7 15,7 2-5-15,0-1-3 0,0 1-3 0,-6 3-2 16,6-4-2-16,0 0-2 0,0 1-2 0,0-1-1 16,0 0 0-16,0-3-1 0,6 4 1 0,-6-5-1 15,7 1-2-15,-7 0 1 0,6-1 1 0,-6 1 1 16,7-4 0-16,-7 3 3 0,7-5-2 0,-1 1 0 16,0 1-1-16,-6-3 1 0,6-1-1 0,2 0-1 15,-2-4 0-15,0 5-2 0,-6 0 2 0,6-2 1 16,2 2 0-16,-2 3 0 0,-6-4 0 0,0 4 1 0,0 4 0 15,0 0 0-15,0-1-1 0,0 1-2 0,0 3-8 16,0 1-16-16,-6-1-18 0,6 4-24 16,-8 0-27-16,2-4-28 0,6 4-28 0,-6 0-22 0,0-3-20 15,-2 6-30-15,2-3-38 0,0 4-39 0</inkml:trace>
  <inkml:trace contextRef="#ctx0" brushRef="#br1" timeOffset="-102105.77">14914 17661 116 0,'0'-7'178'0,"0"3"-39"16,0 1-26-16,0-1-14 0,0 4-5 15,0-4-5-15,0 4-8 0,0 0-9 0,0 0-7 0,0 0-8 16,0 0-6-16,0 0-4 0,0 4-2 0,0-4-3 15,-6 4 1-15,0-1-1 0,6 1-1 0,-13 3-4 16,6-3-3-16,-6 4-5 0,7-1-5 0,-8 0-5 16,8 4-4-16,-6-4-2 0,-2 5-2 0,8-6 0 15,-1 5-2-15,7-3 0 0,0-1 3 0,0 0 0 16,7 1 0-16,-1-1-1 0,0 1-3 0,8-1 1 16,-2-4-1-16,2 5 0 0,-1-4-3 0,7 3-2 15,-2-7-2-15,2 7-1 0,0-7 0 0,-1 3-1 0,7-3-2 16,-6 0-4-16,6 0-8 0,1-3-13 0,-8 3-15 15,7-7-18-15,-6 3-17 0,5-3-17 16,-11-1-18-16,4-2-16 0,2 2-7 0,-6-3-2 0,-8 0 0 16,1 4 1-16,-7-1-4 0,0 1-11 0,0 3-21 15</inkml:trace>
  <inkml:trace contextRef="#ctx0" brushRef="#br1" timeOffset="-101854.97">15117 17661 103 0,'-13'4'210'0,"6"4"-55"0,1-1-36 0,-1 0-20 0,1 4-7 15,0-4-3-15,6 5-6 0,0-2-5 0,-8 1-6 16,8 0-4-16,-6 0-6 0,6 0-4 0,0 4-6 16,-6-4-6-16,6 0-4 0,-7-1-7 0,7 2-6 15,-7-1-8-15,1 0-7 0,6-4-14 16,0 4-20-16,-6-4-30 0,-1 1-31 0,7-1-32 15,-6-3-28-15,6-1-34 0,0 2-55 16,0-5-66-16,0-8-36 0</inkml:trace>
  <inkml:trace contextRef="#ctx0" brushRef="#br1" timeOffset="-101722.4">15429 17720 355 0,'0'3'289'0,"0"1"-88"0,0 0-70 0,0 3-42 16,0-3-27-16,7 3-20 0,0-2-24 0,-1-3-31 16,0 2-34-16,0-4-29 0,8 0-28 0,-14 4-32 15,7-4-48-15,-7 3-56 0,5-3-48 0</inkml:trace>
  <inkml:trace contextRef="#ctx0" brushRef="#br1" timeOffset="-101455.74">15709 17606 14 0,'-6'4'296'0,"6"-1"-59"0,0 5-56 0,0-5-38 0,0 9-22 15,0-5-15-15,6 0-11 0,1 1-11 0,6 2-12 16,0 2-11-16,-1-5-8 0,8 4-8 0,0 0-2 16,-7 0-1-16,7 0 1 0,-8 0 1 0,2 1 0 15,-2-2 0-15,2-3 0 0,-8 3-1 0,1 2-1 16,-1-1 2-16,-6-3 0 0,-6 3-2 0,-1-4-1 15,1 4-2-15,-8-8-4 0,8 5-1 0,-6-5-6 16,-2 1-6-16,1 4-8 0,0-8-14 0,0 0-19 16,-7 0-37-16,8-5-45 0,-2 2-48 15,-5-4-42-15,-1-1-39 0,1 1-46 0,-1-4-60 0,-6 3-51 16,14-2-7-16</inkml:trace>
  <inkml:trace contextRef="#ctx0" brushRef="#br1" timeOffset="-101323">15768 17636 206 0,'20'-5'326'16,"-1"-2"-69"-16,1 7-57 0,6-7-42 0,0 3-31 16,0 1-22-16,-1-5-26 0,8 5-23 0,-7-1-30 15,7 1-41-15,-7-2-47 0,-6 2-48 0,-1 0-50 0,-6-1-85 16,0 0-70-16,1 1-46 0</inkml:trace>
  <inkml:trace contextRef="#ctx0" brushRef="#br1" timeOffset="-96306.86">13592 17199 52 0,'0'0'63'0,"0"0"-22"0,0-3-14 0,0 3-6 0,0 0-3 16,0 0-4-16,-6 0-3 0,6 0-1 0,-6 0-3 15,-1 0-3-15,7 0 1 0,-6 0-2 16,-1 0-1-16,0 0-3 0,1 0-5 0,0 0-7 0,-8 0-11 16,8 3-15-16,-7-3-30 0,-7 5-43 0</inkml:trace>
  <inkml:trace contextRef="#ctx0" brushRef="#br1" timeOffset="-95322.6">13228 17137 61 0,'0'-3'61'0,"-7"3"-15"16,1 0-7-16,0 0-3 0,6 0-3 0,0 0 0 15,-7 0 1-15,7 0 3 0,-6 0 4 0,6 0 5 16,0 0 2-16,-7 0 4 0,7 3 3 0,-7-3 3 16,7 0 2-16,0 0-1 0,0 0 0 0,0 0-4 15,0 0-4-15,0 0-4 0,0 0-5 0,0 0-4 16,0 4-7-16,0-4-5 0,0 0-5 0,0 0-2 16,0 0-3-16,0 4-2 0,0-4 2 0,0 0 1 15,0 3 3-15,0 1 2 0,0 0 3 0,0-1 1 16,0 5 4-16,0-1 1 0,-6 0-1 0,6 0-2 15,-6 1-2-15,6 2-3 0,-7-1-2 0,7 1-2 16,0-2-3-16,-7 2-1 0,7 2-1 0,-6-5-1 0,6 4 0 16,0 0-1-16,-7 0 0 0,7-4 0 15,-6 4 0-15,6-4-2 0,0 4-1 0,-7-3-2 16,7 3 0-16,-6-5-1 0,6 3-1 0,0-2-1 0,-7 0-1 16,7 1-1-16,-6-2-1 0,6-1 0 0,0 2-1 15,-6-4-1-15,6 1 1 0,0-4-2 0,0 4 1 16,0-1 1-16,0-3 0 0,0 0 0 0,0 4 3 15,0-4 3-15,0 0 2 0,0 0 3 0,0 0 2 16,0 0 4-16,0 0 2 0,0 0 2 0,0 0 1 16,0-4-1-16,0 4 2 0,0 0-3 0,0 0-2 15,0-3-3-15,0 3-2 0,0-4-3 0,0 4-2 16,0-4-2-16,0 1-1 0,0-1 0 0,0 1 1 0,0-2-2 16,0 2 1-16,0-4-1 0,0 0 0 15,0-1-1-15,0 1 1 0,0 0-2 0,0-5 0 16,0 1-1-16,0 4 1 0,0-4-2 0,0 0 1 0,0 1 0 15,0-2-1-15,0 1 0 0,6 4-2 0,-6-4 2 16,0 3 0-16,0-2 0 0,0 2 0 0,0 1 0 16,0 0 0-16,0 0-1 0,0-1 1 0,6 4 0 15,1-3 0-15,-7 1 0 0,0 1-1 0,6 1 1 16,-6-4 0-16,7 5 0 0,-7 0 0 0,0-1 0 16,6 0 0-16,-6 1 0 0,7-1 0 0,-7-3 0 15,0 3 0-15,6 0 0 0,-6 1 2 0,0-1-2 16,0 4 0-16,7-7 1 0,-7 7 0 0,0-4 0 0,0 0 0 15,0 4 1-15,0-3-2 0,0 3 0 16,0 0-1-16,0-3-1 0,0 3 1 0,0 0-1 16,0 0-2-16,0 3-6 0,0-3-13 0,0 3-20 0,0 1-31 15,0 0-36-15,0 3-39 0,0 0-35 0,7 1-38 16,-7-1-57-16,0 4-66 0,6-1-23 0</inkml:trace>
  <inkml:trace contextRef="#ctx0" brushRef="#br1" timeOffset="-94623.2">13274 17643 20 0,'0'-4'76'0,"-7"1"-11"0,7-2-5 16,0 3-1-16,-6-3-2 0,6 5 1 0,-6 0 1 15,6-3 0-15,-8 3 1 0,8 0-1 0,-6 0 2 0,6 3-2 16,0-3 1-16,-6 0-4 0,6 0-3 16,-7 0-2-16,7 5-4 0,0-5-2 0,-7 0-4 0,7 2-3 15,0-2-4-15,0 5 0 0,0-2-1 0,0 1-1 16,-6 0 1-16,6-1-1 0,-6 1-1 0,6 3 0 16,-7 0 0-16,1-2-3 0,6 5-2 0,-7-2-2 15,0-1-3-15,1 0-4 0,0 0-2 0,-1 4-4 16,7-3-1-16,-7-1-2 0,1 0-1 0,6-3 0 15,0 3-2-15,-7 1 1 0,7-5 0 0,0 1 1 16,-6 0 1-16,6 0 3 0,0-4 2 0,0 2 1 16,0-2 4-16,0 0 1 0,0 0 2 0,0 0-1 15,6-2-3-15,-6 2-2 0,0-4-2 0,7 0-4 16,-7 0-3-16,0-3-2 0,0 1-4 0,0-3 0 0,0 6 0 16,0-5 0-16,0 1-1 0,0 0 0 0,0-4 0 15,0 4-1-15,6-1 1 0,-6 1 1 16,7 0 0-16,-7 0 0 0,0-1 0 0,0 4 0 0,0-3 0 15,0 3 1-15,0 1 0 0,0-1 0 0,0 4 0 16,0-4 0-16,0 4 0 0,0 0-1 0,-7 0 2 16,7 4-1-16,-6 0 2 0,6-1-2 0,0 1 2 15,-7 0 0-15,7 3-2 0,-6-4 2 0,-1 5 1 16,7-4 2-16,-6 3-1 0,6-3 0 0,-7 3 1 16,7-3 0-16,-6 3 1 0,6-4 0 0,0 2-2 15,-6-2-2-15,6 0 0 0,0-3-1 0,-8 4-1 16,8-4-1-16,0 4-6 0,0-4-13 0,0 0-25 15,-6 0-42-15,0-4-47 0,-1-3-54 0,1 4-87 16,-1-5-74-16,-6-3-48 0</inkml:trace>
  <inkml:trace contextRef="#ctx0" brushRef="#br1" timeOffset="-93855.48">13326 16329 2 0,'0'0'67'0,"0"0"-24"0,0 0-17 0,6 0-8 15,-6-5-6-15,7 5-5 0,-7 0-4 0,0 0-1 16,6-3-2-16,-6 3 0 0,7-4-1 0,-7-1 1 16,0 5 0-16,0 0 3 0,0 0 4 0,0-3 2 15,0 3 4-15,0 0 3 0,0-3 2 0,0 3 3 16,0 0-2-16,0 0-3 0,0 0-2 0,6-4-4 15,-6 4-4-15,0 0-6 0,7 0-5 0,-7-4-9 16,0 4-7-16,6 0-8 0,-6 0-8 16,6-3-9-16,-6 3-12 0,8 0-14 0</inkml:trace>
  <inkml:trace contextRef="#ctx0" brushRef="#br1" timeOffset="-93006.76">18887 17083 20 0,'-6'0'38'0,"0"3"1"0,-1-3-2 15,7 0 0-15,0 0 0 0,-6 0-2 0,6 0-1 0,0 0-1 16,0 4 0-16,0-4-3 0,0 0 0 15,6 0-1-15,-6 0-1 0,0 0 0 0,7 0 2 0,-7 0 3 16,0 0 3-16,0 0 5 0,0 0 7 0,0 0 7 16,0 0 5-16,0 0 6 0,0 0 4 0,0 0 4 15,0 0-2-15,0 0-2 0,0 0-6 0,0 0-8 16,0 0-9-16,0 0-9 0,0 0-9 0,0 0-10 16,0 0-7-16,0 0-6 0,0 0-8 0,0 0-12 15,0 0-13-15,0 0-16 0,0 0-17 0,0 0-15 16,0-4-15-16,0 4-14 0,0 0-9 0,0-3-5 15,0 3-7-15,6 0 3 0,-6 0 1 0,6 0-6 16,-6-4-18-16</inkml:trace>
  <inkml:trace contextRef="#ctx0" brushRef="#br1" timeOffset="-92640.15">18972 17002 72 0,'0'0'75'0,"0"0"-19"0,-6 0-11 0,6-4-6 16,0 4-8-16,0 0-6 0,0 0-4 16,-6-4-4-16,6 4-4 0,0-3-3 0,0 3-3 0,0 0-5 15,0-4-2-15,0 4-2 0,0 0-4 0,0 0-1 16,0-3-2-16,0 3-1 0,0 0 0 0,0 0-2 16,0 0 2-16,0 0 2 0,0 0 1 0,0 0 2 15,0 0 1-15,0 0 3 0,0 0 0 0,6 0 0 16,-6 0 0-16,0 0 0 0,0 0-3 0,6 0-6 15,-6 0-10-15,0 0-14 0,0 0-22 0,0 0-31 16</inkml:trace>
  <inkml:trace contextRef="#ctx0" brushRef="#br1" timeOffset="-92422.59">19031 16968 62 0,'0'0'56'16,"0"0"-23"-16,0 0-16 0,0 0-17 0,0 0-15 15,0 0-22-15,6 0-28 0</inkml:trace>
  <inkml:trace contextRef="#ctx0" brushRef="#br1" timeOffset="-92040.51">19045 16958 24 0,'0'0'103'0,"-8"0"-27"16,2 4-16-16,6-4-8 0,0 0-7 0,-6 3-3 16,6-3-3-16,0 3-4 0,-7-3 0 0,7 5-1 15,0-2 1-15,0-3 2 0,0 4 4 0,0 0 6 16,0 3 3-16,0-4 6 0,0 5 3 0,-7-5 5 15,7 4 2-15,-6 1-1 0,6-4 1 0,-7 3 0 16,7 0-2-16,0 1-3 0,-6 0-4 0,6-1-6 16,0-4-5-16,0 5-8 0,0-1-5 0,0 0-8 15,0 0-6-15,0 1-5 0,0-1-4 0,0 0-4 0,6 1-1 16,-6-5 0-16,0 5-1 0,7-1-1 16,-7 0 1-16,0 1 1 0,6-2 0 0,-6 2 1 0,0-4-2 15,0 3 0-15,7-3 1 0,-7-1-3 0,0 5 2 16,0-8-2-16,0 3-1 0,0 2 0 15,0-5 0-15,0 2 0 0,0-2 0 0,0 0 0 0,0 0 0 16,0 0-1-16,0 0 1 0,0 0-1 0,0 0 0 16,7 0 0-16,-7 0-1 0,0 0-1 0,0 5 0 15,0-5 0-15,0 0 1 0,0 0 0 0,0 0-1 16,0 0-1-16,0 0-8 0,0-5-10 0,0 5-17 16,0 0-18-16,-7-2-23 0,7-3-30 0,0 2-29 15,0-1-38-15,-7 0-63 0,1-3-62 0,6 5-32 16</inkml:trace>
  <inkml:trace contextRef="#ctx0" brushRef="#br1" timeOffset="-90557.71">17181 17038 38 0,'7'-3'46'0,"-7"3"2"0,0 0 2 0,0 0 1 16,0 0-2-16,0 0-1 0,-7 0-1 0,7 0-2 15,-6 0-1-15,0 0-3 0,6 0-2 0,-9 0-4 16,4 0-1-16,5 3-1 0,0-3 0 0,0 4 1 15,0-4 0-15,0 4 3 0,0-1 1 0,0-3 3 16,0 5 4-16,0 2 3 0,0-7 1 0,0 7 1 16,0-3 0-16,0-4 2 0,0 7 2 0,0-3 3 0,-6-1 2 15,6 1 1-15,0-1 0 0,0 2-3 16,-6 1-4-16,6-2-7 0,0 3-5 0,0 1-7 16,-9-5-8-16,9 5-6 0,0-1-4 0,0 0-2 0,0 1 0 15,0-2-1-15,0 2 1 0,0 3 0 0,0-4 0 16,0 1 1-16,-5 2 0 0,-1-1 1 0,6-2-1 15,-7 0-2-15,7 0-1 0,0 0 0 0,0 1-2 16,0-1 0-16,0-3-1 0,-7 3-1 0,7-3-1 16,0 3 2-16,-6-3-1 0,6 4 0 0,0-5-2 15,0 4-2-15,0-3 0 0,6-1-1 0,-6 5-1 16,7-5-1-16,-7 6 0 0,7-7 0 0,-7 2-1 16,0 3 0-16,6-3 0 0,-6 0 0 0,5 0 0 15,-5-4 1-15,0 2-1 0,0 3 0 0,0-1 1 16,0-1-1-16,0 1 1 0,0 0 1 0,-5-1 0 15,5 1 0-15,-6 0 2 0,6-1 0 0,0 0 1 0,-7 2-1 16,7 2 1-16,-7-4 0 0,7 1-2 0,0 0 0 16,0-1-1-16,0 1-1 0,0 0 1 0,0-4-1 15,-6 3-1-15,6 1 1 0,0-1-1 0,0-3 1 16,0 0 0-16,0 5-1 0,0-5 1 0,0 0 3 16,0 0 2-16,0 0 2 0,0 0 5 0,0 0 2 15,0 0 3-15,0 0 3 0,0 0 2 0,0 0 1 16,0 0-3-16,0 0 0 0,0 0-5 0,0 0-2 15,0 0-2-15,0 0-3 0,0 0-2 0,0 0-2 16,0 0-1-16,0 0-1 0,0 0 0 0,0-5 0 16,0 5-2-16,0-3 0 0,-7 3 0 0,7-4 0 15,0 1 0-15,0 3-1 0,0-4 0 0,-6 0 0 0,6 1 0 16,-6-5 0-16,6 5-1 0,0-4 1 0,0-1-1 16,0 1-1-16,0-4 1 0,0 4-1 15,0-4-1-15,0 3 2 0,0-3 0 0,0 5-1 0,0-6 1 16,0 4 1-16,0-3 0 0,0 5 0 0,0-6 0 15,0 5 0-15,0 0 0 0,0-1 0 0,0-2 0 16,6 2 0-16,-6 1 1 0,0-1 0 0,6-2-1 16,-6 1 0-16,7 2 0 0,-7 0-1 0,6 0 1 15,1 1-1-15,0-3-1 0,-1 1 1 0,-1 2 0 16,-5-2-1-16,9 1 1 0,-3 3 0 0,0-3 0 16,-6 0 0-16,5 3 1 0,-5-3 0 0,9 3 0 15,-9-3 2-15,0 4-1 0,0-5 1 0,0 4-1 16,0 1 0-16,0-1-1 0,0 0 2 0,0 1 0 15,0 3-1-15,0-4-1 0,0 4 1 0,0-4 0 16,0 4 0-16,-9 0-1 0,9 0 0 0,0 0-2 16,-5 0-4-16,5 4-1 0,0 0-8 0,0-4-11 0,0 7-13 15,0 0-23-15,5 0-33 0,-5 1-37 0,0-1-35 16,0 0-32-16,0 1-27 0,-5 3-37 0,-1 0-51 16,0 0-42-16,-3 3-8 0</inkml:trace>
  <inkml:trace contextRef="#ctx0" brushRef="#br1" timeOffset="-88875.26">17096 17624 18 0,'0'0'28'0,"0"0"-10"0,0 0-5 0,0 0 0 16,0 0-2-16,0 0 0 0,0 0 1 0,0 0-1 15,0 0 1-15,0 0 0 0,0-3 0 0,0 3 1 16,0 0 1-16,-6 0 0 0,6 0-1 0,0 0 0 16,0 0 1-16,-6 0-1 0,6 0 0 0,0 0 0 0,0 0 0 15,0 0-1-15,0 0 1 0,0 0 1 0,0 0 0 16,0 0 0-16,0 0-3 0,0 0-1 0,0 0-3 16,0 0-1-16,0-4-3 0,0 4 0 0,0 0-2 15,0 0 0-15,0 0-1 0,0 0 0 0,0 0 1 0,0 0 0 16,0 0-1-16,0 0 0 0,0 0-1 0,0 0 1 15,0 0 0-15,0 0 1 0,0 0-1 16,0-4 0-16,0 4 0 0,0 0 0 0,0 0 0 0,0 0 0 16,0 0-1-16,0-3 0 0,0 3 0 0,0 0 1 15,0 0 0-15,0 0 0 0,0 0-3 0,0 0 0 16,0 0 0-16,0-4-1 0,0 4-2 0,0 0-1 16,0 0 0-16,0 0-1 0,0 0 1 0,0 0 0 15,0 0 1-15,0-4 2 0,0 4 0 0,0 0 1 16,0 0 1-16,0 0 1 0,0 0 1 0,0-3 0 15,0 3 0-15,0 0 1 0,0 0 1 0,-6 0 1 16,6 0-2-16,0 0 1 0,0-4 0 0,0 4 0 16,-8 0 1-16,8 0-1 0,0 0 0 0,0 0 1 15,0 0 1-15,0 0 0 0,0 0 1 0,0 0 1 16,0 0 1-16,0-3 1 0,0 3 3 0,-6 0 2 16,6 0 0-16,0 0 3 0,0 0 1 0,0 0 1 0,0 0-1 15,0 0 0-15,0 0-1 0,0 0-3 0,-6 0-2 16,6 0-3-16,0 0-3 0,0 0-3 0,0 0-6 15,0-5-7-15,0 5-13 0,0 0-12 0,0 0-18 16,-7 0-27-16,1 5-46 0,-1-5-54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909EB9-C681-6D48-A30A-B1943F07B63A}" type="datetimeFigureOut">
              <a:rPr lang="en-US" altLang="x-none"/>
              <a:pPr/>
              <a:t>3/26/2026</a:t>
            </a:fld>
            <a:endParaRPr lang="en-US" alt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54CB1C3-AD3E-C741-BB38-CE2353AEE73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72165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8248-4EBB-1F5D-5D32-316A9C59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01A7811A-443E-6CAB-38AB-D5FD9B7A8C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9A5ADDD2-4B69-96B3-AE53-EE252E20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419E55BE-91F6-9D78-1F78-8FAC0C960D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11C0B6D5-1070-DECD-750E-5EDA8AA5C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1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271113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288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804912" indent="-309582"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238326" indent="-247665"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733657" indent="-247665"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228987" indent="-247665"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724318" indent="-24766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3219648" indent="-24766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714979" indent="-24766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4210309" indent="-24766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39D24E5B-7C87-4EC4-A59F-263E84572D41}" type="slidenum">
              <a:rPr lang="en-US" altLang="en-US" sz="130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F941C7-419A-4D51-BB46-C11F8FD87A85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545FCB-18C1-B443-9C02-7CAC713BF7A0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0904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B19C02-129A-480F-BDB7-C1903C65C612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E0A14-FAA9-F840-8F6E-CF85F7234053}" type="slidenum">
              <a:rPr lang="en-US" altLang="x-none"/>
              <a:pPr/>
              <a:t>‹#›</a:t>
            </a:fld>
            <a:endParaRPr lang="en-US" altLang="x-none"/>
          </a:p>
        </p:txBody>
      </p:sp>
      <p:grpSp>
        <p:nvGrpSpPr>
          <p:cNvPr id="7" name="Google Shape;263;p1">
            <a:extLst>
              <a:ext uri="{FF2B5EF4-FFF2-40B4-BE49-F238E27FC236}">
                <a16:creationId xmlns:a16="http://schemas.microsoft.com/office/drawing/2014/main" id="{E0B42B48-1C55-8C6C-5E15-CA0B3B2A07DC}"/>
              </a:ext>
            </a:extLst>
          </p:cNvPr>
          <p:cNvGrpSpPr/>
          <p:nvPr userDrawn="1"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8" name="Google Shape;264;p1">
              <a:extLst>
                <a:ext uri="{FF2B5EF4-FFF2-40B4-BE49-F238E27FC236}">
                  <a16:creationId xmlns:a16="http://schemas.microsoft.com/office/drawing/2014/main" id="{579DA63E-0A15-4C1B-F663-2AD07DD070A2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65;p1">
              <a:extLst>
                <a:ext uri="{FF2B5EF4-FFF2-40B4-BE49-F238E27FC236}">
                  <a16:creationId xmlns:a16="http://schemas.microsoft.com/office/drawing/2014/main" id="{DE1DEFAF-E89F-9F66-0BB1-2BF17138FE9A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268;p1">
            <a:extLst>
              <a:ext uri="{FF2B5EF4-FFF2-40B4-BE49-F238E27FC236}">
                <a16:creationId xmlns:a16="http://schemas.microsoft.com/office/drawing/2014/main" id="{98E043B4-31C0-8717-FC5F-09B47A253562}"/>
              </a:ext>
            </a:extLst>
          </p:cNvPr>
          <p:cNvSpPr/>
          <p:nvPr userDrawn="1"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69;p1">
            <a:extLst>
              <a:ext uri="{FF2B5EF4-FFF2-40B4-BE49-F238E27FC236}">
                <a16:creationId xmlns:a16="http://schemas.microsoft.com/office/drawing/2014/main" id="{8EAF6F3B-C8D3-1977-51F6-204E70BF0338}"/>
              </a:ext>
            </a:extLst>
          </p:cNvPr>
          <p:cNvSpPr txBox="1"/>
          <p:nvPr userDrawn="1"/>
        </p:nvSpPr>
        <p:spPr>
          <a:xfrm>
            <a:off x="609476" y="6356352"/>
            <a:ext cx="3860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56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3EEF4E-6D6D-4BE1-BCAD-79E2CFAE14D0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5AA04D-6ECE-D247-B63F-F2BB1BE1D67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6927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384131-524D-4A2C-90DD-DE42C9E7EE64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423E8-745E-5C43-95E2-07172DFD47E5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85864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8B098A-7328-4CA1-8471-2313BAA3301C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F5B1E2-5B9F-654E-B342-C90FFDBA8BE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2105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4272CC-C410-4500-9030-5AEA8D0113F8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3AD801-36E7-D14C-8BBE-B9CEE8882E4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527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B57DC5-F8DF-4065-8776-D75B3E453C40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1F991B-2B43-5B49-AD06-1D3A91BFB6D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7072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EFC5F6-5431-451D-831E-53404ADCC7A1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76030-6673-E149-9F4B-C5F4EF83FAAF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9298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5CC98A-8D97-485E-8268-391E4F5506FB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5750-1DE6-5F4E-81E2-ECAB9D801A5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99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31F639-FC6A-4BD2-936E-97DBE391E573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240F5-A592-CB4C-B3EB-742B1D536E95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2716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6BF230-B64E-4469-8D65-E6C55615883E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E7B5C7-1332-B24B-B4B9-50CEB6238BE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27913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C7DD5-6D2C-4259-B766-74B3CC8FB0F2}" type="datetime1">
              <a:rPr lang="en-MY" altLang="en-US" smtClean="0"/>
              <a:pPr>
                <a:defRPr/>
              </a:pPr>
              <a:t>26/3/2026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74A78-F601-47A3-94C5-613490FD23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8014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262CF3-032E-4A05-B00B-30EB327732A9}" type="datetime1">
              <a:rPr lang="en-MY" altLang="en-US" smtClean="0"/>
              <a:pPr>
                <a:defRPr/>
              </a:pPr>
              <a:t>26/3/2026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07FCB-E406-4577-A51C-0F66F23186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251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8288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92641-BD3C-4AEE-AEE0-60A0BEF19257}" type="datetime1">
              <a:rPr lang="en-MY" altLang="en-US" smtClean="0"/>
              <a:pPr>
                <a:defRPr/>
              </a:pPr>
              <a:t>26/3/2026</a:t>
            </a:fld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03E85-04D8-46DA-B588-1BC276B1F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75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10972800" cy="41910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553200"/>
            <a:ext cx="2235200" cy="304800"/>
          </a:xfrm>
        </p:spPr>
        <p:txBody>
          <a:bodyPr/>
          <a:lstStyle>
            <a:lvl1pPr>
              <a:defRPr/>
            </a:lvl1pPr>
          </a:lstStyle>
          <a:p>
            <a:fld id="{CB347A28-9BA9-47DC-B0DB-A375DC9C3E8D}" type="datetime1">
              <a:rPr lang="en-US" altLang="en-US"/>
              <a:pPr/>
              <a:t>3/26/2026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172200"/>
            <a:ext cx="3860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37DC5D-4F2B-4C04-ACC0-99F411C5D8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47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574F3A03-6702-4BFD-9166-190A52423683}" type="datetime1">
              <a:rPr lang="en-MY" altLang="x-none" smtClean="0"/>
              <a:pPr/>
              <a:t>26/3/2026</a:t>
            </a:fld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160C77-8EE4-BA4B-9C0B-FF18244C35C7}" type="slidenum">
              <a:rPr lang="en-US" altLang="x-none"/>
              <a:pPr/>
              <a:t>‹#›</a:t>
            </a:fld>
            <a:endParaRPr lang="en-US" altLang="x-none"/>
          </a:p>
        </p:txBody>
      </p:sp>
      <p:grpSp>
        <p:nvGrpSpPr>
          <p:cNvPr id="2" name="Google Shape;263;p1">
            <a:extLst>
              <a:ext uri="{FF2B5EF4-FFF2-40B4-BE49-F238E27FC236}">
                <a16:creationId xmlns:a16="http://schemas.microsoft.com/office/drawing/2014/main" id="{EC6DE9A0-E8F0-060A-0218-772A61CF0417}"/>
              </a:ext>
            </a:extLst>
          </p:cNvPr>
          <p:cNvGrpSpPr/>
          <p:nvPr userDrawn="1"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3" name="Google Shape;264;p1">
              <a:extLst>
                <a:ext uri="{FF2B5EF4-FFF2-40B4-BE49-F238E27FC236}">
                  <a16:creationId xmlns:a16="http://schemas.microsoft.com/office/drawing/2014/main" id="{1E4C12AD-6806-0FE8-5642-1058FBEC20A1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3916A24C-8721-7099-1434-EC5AF3E85CDC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268;p1">
            <a:extLst>
              <a:ext uri="{FF2B5EF4-FFF2-40B4-BE49-F238E27FC236}">
                <a16:creationId xmlns:a16="http://schemas.microsoft.com/office/drawing/2014/main" id="{58AD8106-7786-76AF-B23B-06D14D398233}"/>
              </a:ext>
            </a:extLst>
          </p:cNvPr>
          <p:cNvSpPr/>
          <p:nvPr userDrawn="1"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C9075E66-F99A-B7A8-F55C-EB16CB42664D}"/>
              </a:ext>
            </a:extLst>
          </p:cNvPr>
          <p:cNvSpPr txBox="1"/>
          <p:nvPr userDrawn="1"/>
        </p:nvSpPr>
        <p:spPr>
          <a:xfrm>
            <a:off x="609476" y="6356352"/>
            <a:ext cx="3860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5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7" Type="http://schemas.openxmlformats.org/officeDocument/2006/relationships/image" Target="../media/image31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hex.org/wiki/Image:Relative_Ogive_Polygon.PNG" TargetMode="External"/><Relationship Id="rId5" Type="http://schemas.openxmlformats.org/officeDocument/2006/relationships/image" Target="../media/image30.png"/><Relationship Id="rId4" Type="http://schemas.openxmlformats.org/officeDocument/2006/relationships/hyperlink" Target="http://shex.org/wiki/Image:Height_distribution_-_putting_it_all_together.PNG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E2D6-497E-8C52-5028-48C65D68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A3BF57A6-6A28-2252-5149-E9596FEB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4BF4DCD-91CE-4387-9234-7C7D33C2CF5E}" type="slidenum">
              <a:rPr lang="en-US" altLang="en-US" sz="1000">
                <a:solidFill>
                  <a:schemeClr val="bg1"/>
                </a:solidFill>
              </a:rPr>
              <a:pPr/>
              <a:t>1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45B9D261-8C85-6567-87E8-5927E10358C8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BAD8433F-375E-AA5E-E320-00DF16B2A62D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ACFF2846-256C-FA30-15EF-1B964D89676B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1E991F7A-1ACA-9F76-B49B-E7164ED46FE2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702330C8-FBC4-5CA4-11AC-348E6125577C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a typeface="ＭＳ Ｐゴシック" charset="0"/>
              </a:rPr>
              <a:t>SECI1143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6200B972-A955-CB75-F22C-D76C7101A561}"/>
              </a:ext>
            </a:extLst>
          </p:cNvPr>
          <p:cNvSpPr txBox="1">
            <a:spLocks/>
          </p:cNvSpPr>
          <p:nvPr/>
        </p:nvSpPr>
        <p:spPr bwMode="auto">
          <a:xfrm>
            <a:off x="2208213" y="3236168"/>
            <a:ext cx="7777162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2</a:t>
            </a:r>
          </a:p>
          <a:p>
            <a:pPr algn="ctr" eaLnBrk="1" hangingPunct="1">
              <a:buFont typeface="Arial" charset="0"/>
              <a:buNone/>
            </a:pPr>
            <a:endParaRPr lang="en-US" altLang="x-none" sz="4800" b="1" dirty="0">
              <a:latin typeface="+mj-lt"/>
            </a:endParaRPr>
          </a:p>
          <a:p>
            <a:pPr algn="ctr" eaLnBrk="1" hangingPunct="1">
              <a:buFont typeface="Arial" charset="0"/>
              <a:buNone/>
            </a:pPr>
            <a:r>
              <a:rPr lang="en-US" altLang="x-none" sz="5400" b="1" dirty="0">
                <a:latin typeface="+mj-lt"/>
              </a:rPr>
              <a:t>Data Description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D772AF11-1559-96E1-7205-5B2275C19447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51C7C212-47D8-D864-A522-5676BFABE75F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28B0BB84-93C8-2499-A2C1-5BCC5F03730D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E6309E2C-2C31-D3D9-CE01-A1B61E88A57A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2365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Univariate</a:t>
            </a:r>
          </a:p>
          <a:p>
            <a:endParaRPr lang="en-US" altLang="en-US" dirty="0"/>
          </a:p>
          <a:p>
            <a:r>
              <a:rPr lang="en-US" altLang="en-US" dirty="0"/>
              <a:t>Multivariate</a:t>
            </a:r>
          </a:p>
          <a:p>
            <a:pPr lvl="1">
              <a:buFont typeface="Courier New" pitchFamily="49" charset="0"/>
              <a:buChar char="o"/>
            </a:pPr>
            <a:r>
              <a:rPr lang="en-US" altLang="en-US" dirty="0"/>
              <a:t>Bivariate</a:t>
            </a:r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311901" y="6570664"/>
            <a:ext cx="466725" cy="2682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EA8A0E7B-A194-4324-9D5E-2CD7B6DEF050}" type="slidenum">
              <a:rPr lang="en-US" altLang="en-US" sz="1200">
                <a:solidFill>
                  <a:schemeClr val="bg1"/>
                </a:solidFill>
              </a:rPr>
              <a:pPr algn="ctr"/>
              <a:t>2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224338" y="260350"/>
            <a:ext cx="5986462" cy="8509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Types of Data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951538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907C9159-1F18-4D7A-AD13-2E267D3E6E9E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3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338" y="230188"/>
            <a:ext cx="5986462" cy="8509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Univariate Data Set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1484784"/>
            <a:ext cx="8569325" cy="4968404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Univariate data set consists of observations on a single </a:t>
            </a:r>
            <a:r>
              <a:rPr lang="en-US" altLang="en-US" sz="2800" dirty="0">
                <a:solidFill>
                  <a:srgbClr val="0000FF"/>
                </a:solidFill>
              </a:rPr>
              <a:t>variable </a:t>
            </a:r>
            <a:r>
              <a:rPr lang="en-US" altLang="en-US" sz="2800" dirty="0"/>
              <a:t>made on individuals in a sample or population.</a:t>
            </a:r>
          </a:p>
          <a:p>
            <a:pPr algn="just" eaLnBrk="1" hangingPunct="1"/>
            <a:r>
              <a:rPr lang="en-US" altLang="en-US" sz="2800" b="1" dirty="0"/>
              <a:t>Variable</a:t>
            </a:r>
            <a:r>
              <a:rPr lang="en-US" altLang="en-US" sz="2800" dirty="0"/>
              <a:t> is any characteristic whose value may change from one individual or object to another.</a:t>
            </a:r>
          </a:p>
          <a:p>
            <a:pPr algn="just" eaLnBrk="1" hangingPunct="1"/>
            <a:r>
              <a:rPr lang="en-US" altLang="en-US" sz="2800" dirty="0"/>
              <a:t>A univariate data set is </a:t>
            </a:r>
            <a:r>
              <a:rPr lang="en-US" altLang="en-US" sz="2800" b="1" dirty="0"/>
              <a:t>categorical</a:t>
            </a:r>
            <a:r>
              <a:rPr lang="en-US" altLang="en-US" sz="2800" dirty="0"/>
              <a:t> (or qualitative) if the individual observations are categorical response.</a:t>
            </a:r>
          </a:p>
          <a:p>
            <a:pPr lvl="1" algn="just" eaLnBrk="1" hangingPunct="1"/>
            <a:r>
              <a:rPr lang="en-US" altLang="en-US" sz="2400" dirty="0"/>
              <a:t>Example: recorded calculator brand.</a:t>
            </a:r>
          </a:p>
          <a:p>
            <a:pPr algn="just" eaLnBrk="1" hangingPunct="1"/>
            <a:r>
              <a:rPr lang="en-US" altLang="en-US" sz="2800" dirty="0"/>
              <a:t>A univariate data set is </a:t>
            </a:r>
            <a:r>
              <a:rPr lang="en-US" altLang="en-US" sz="2800" b="1" dirty="0"/>
              <a:t>numerical</a:t>
            </a:r>
            <a:r>
              <a:rPr lang="en-US" altLang="en-US" sz="2800" dirty="0"/>
              <a:t> (or quantitative) if each observation is a number. </a:t>
            </a:r>
          </a:p>
          <a:p>
            <a:pPr lvl="1" algn="just" eaLnBrk="1" hangingPunct="1"/>
            <a:r>
              <a:rPr lang="en-US" altLang="en-US" sz="2400" dirty="0"/>
              <a:t>Example: recorded number of calculator purchased.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951538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7963A2E2-5C76-4B11-B02A-B103AA6E419F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4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338" y="230188"/>
            <a:ext cx="5986462" cy="8509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Multivariate Data Set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1341438"/>
            <a:ext cx="8569325" cy="4525962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Multivariate data set consists of observations on </a:t>
            </a:r>
            <a:r>
              <a:rPr lang="en-US" altLang="en-US" sz="2800" dirty="0">
                <a:solidFill>
                  <a:srgbClr val="0000FF"/>
                </a:solidFill>
              </a:rPr>
              <a:t>two or more variables </a:t>
            </a:r>
            <a:r>
              <a:rPr lang="en-US" altLang="en-US" sz="2800" dirty="0"/>
              <a:t>made on individuals in a sample or population.</a:t>
            </a:r>
          </a:p>
          <a:p>
            <a:pPr lvl="1" algn="just" eaLnBrk="1" hangingPunct="1"/>
            <a:r>
              <a:rPr lang="en-US" altLang="en-US" sz="2400" dirty="0"/>
              <a:t>Example: recorded height, weight, pulse rate and systolic blood pressure for each individual in a group. </a:t>
            </a:r>
          </a:p>
          <a:p>
            <a:pPr algn="just" eaLnBrk="1" hangingPunct="1">
              <a:buFont typeface="Arial" pitchFamily="34" charset="0"/>
              <a:buNone/>
            </a:pPr>
            <a:endParaRPr lang="en-US" altLang="en-US" sz="2800" dirty="0"/>
          </a:p>
          <a:p>
            <a:pPr algn="just" eaLnBrk="1" hangingPunct="1"/>
            <a:r>
              <a:rPr lang="en-US" altLang="en-US" sz="2800" dirty="0"/>
              <a:t>A </a:t>
            </a:r>
            <a:r>
              <a:rPr lang="en-US" altLang="en-US" sz="2800" dirty="0">
                <a:solidFill>
                  <a:srgbClr val="FF0000"/>
                </a:solidFill>
              </a:rPr>
              <a:t>bivariate</a:t>
            </a:r>
            <a:r>
              <a:rPr lang="en-US" altLang="en-US" sz="2800" dirty="0"/>
              <a:t> data are special case of multivariate data set because it focus simultaneously on only two variables or two different characteristics. </a:t>
            </a:r>
          </a:p>
          <a:p>
            <a:pPr lvl="1" algn="just" eaLnBrk="1" hangingPunct="1"/>
            <a:r>
              <a:rPr lang="en-US" altLang="en-US" sz="2400" dirty="0"/>
              <a:t>Example: recorded both height and weight  for each individual in a group.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7648" y="274292"/>
            <a:ext cx="6346825" cy="70643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4000" b="1" dirty="0"/>
              <a:t> Displaying Categorical Data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1919288" y="1268413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An appropriate graphical or tabular of data can be an effective way to summarize and communicate information.</a:t>
            </a:r>
          </a:p>
          <a:p>
            <a:pPr algn="just" eaLnBrk="1" hangingPunct="1"/>
            <a:r>
              <a:rPr lang="en-US" altLang="en-US" sz="2800" dirty="0"/>
              <a:t>Example:</a:t>
            </a:r>
          </a:p>
          <a:p>
            <a:pPr lvl="2" algn="just" eaLnBrk="1" hangingPunct="1">
              <a:buFont typeface="Wingdings" pitchFamily="2" charset="2"/>
              <a:buChar char="§"/>
            </a:pPr>
            <a:r>
              <a:rPr lang="en-US" altLang="en-US" sz="2800" dirty="0"/>
              <a:t>Frequency distribution or frequency table</a:t>
            </a:r>
          </a:p>
          <a:p>
            <a:pPr lvl="2" algn="just" eaLnBrk="1" hangingPunct="1">
              <a:buFont typeface="Wingdings" pitchFamily="2" charset="2"/>
              <a:buChar char="§"/>
            </a:pPr>
            <a:r>
              <a:rPr lang="en-US" altLang="en-US" sz="2800" dirty="0"/>
              <a:t>Bar chart</a:t>
            </a:r>
          </a:p>
          <a:p>
            <a:pPr lvl="2" algn="just" eaLnBrk="1" hangingPunct="1">
              <a:buFont typeface="Wingdings" pitchFamily="2" charset="2"/>
              <a:buChar char="§"/>
            </a:pPr>
            <a:r>
              <a:rPr lang="en-US" altLang="en-US" sz="2800" dirty="0"/>
              <a:t>Pie chart</a:t>
            </a:r>
          </a:p>
          <a:p>
            <a:pPr lvl="2" algn="just" eaLnBrk="1" hangingPunct="1">
              <a:buFont typeface="Wingdings" pitchFamily="2" charset="2"/>
              <a:buChar char="§"/>
            </a:pPr>
            <a:r>
              <a:rPr lang="en-US" altLang="en-US" sz="2800" dirty="0"/>
              <a:t>Dot-Plot</a:t>
            </a:r>
          </a:p>
          <a:p>
            <a:pPr algn="just"/>
            <a:endParaRPr lang="en-US" altLang="en-US" sz="36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034089" y="6492876"/>
            <a:ext cx="68262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CB2D9570-E4A3-484F-90E5-872119C6C91C}" type="slidenum">
              <a:rPr lang="en-US" altLang="en-US" sz="1200">
                <a:solidFill>
                  <a:schemeClr val="bg1"/>
                </a:solidFill>
              </a:rPr>
              <a:pPr/>
              <a:t>5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1D4B56B1-10D1-4A3A-B12A-6E8D75046244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60648"/>
            <a:ext cx="6264275" cy="63341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Frequency Distribution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1341438"/>
            <a:ext cx="8435975" cy="4895850"/>
          </a:xfrm>
        </p:spPr>
        <p:txBody>
          <a:bodyPr/>
          <a:lstStyle/>
          <a:p>
            <a:pPr algn="just" eaLnBrk="1" hangingPunct="1"/>
            <a:r>
              <a:rPr lang="en-US" altLang="en-US" sz="2600" dirty="0"/>
              <a:t>A frequency distribution for categorical data is a table that displays the possible categories along with the associated </a:t>
            </a:r>
            <a:r>
              <a:rPr lang="en-US" altLang="en-US" sz="2600" dirty="0">
                <a:solidFill>
                  <a:srgbClr val="0000FF"/>
                </a:solidFill>
              </a:rPr>
              <a:t>frequencies</a:t>
            </a:r>
            <a:r>
              <a:rPr lang="en-US" altLang="en-US" sz="2600" dirty="0"/>
              <a:t> and/or </a:t>
            </a:r>
            <a:r>
              <a:rPr lang="en-US" altLang="en-US" sz="2600" dirty="0">
                <a:solidFill>
                  <a:srgbClr val="0000FF"/>
                </a:solidFill>
              </a:rPr>
              <a:t>relative frequencies</a:t>
            </a:r>
            <a:r>
              <a:rPr lang="en-US" altLang="en-US" sz="2600" dirty="0"/>
              <a:t>.</a:t>
            </a:r>
          </a:p>
          <a:p>
            <a:pPr algn="just" eaLnBrk="1" hangingPunct="1"/>
            <a:r>
              <a:rPr lang="en-US" altLang="en-US" sz="2600" dirty="0"/>
              <a:t>The </a:t>
            </a:r>
            <a:r>
              <a:rPr lang="en-US" altLang="en-US" sz="2600" b="1" dirty="0"/>
              <a:t>frequency</a:t>
            </a:r>
            <a:r>
              <a:rPr lang="en-US" altLang="en-US" sz="2600" dirty="0"/>
              <a:t> for a particular category is the number of times the category appears in the data set.</a:t>
            </a:r>
          </a:p>
          <a:p>
            <a:pPr algn="just" eaLnBrk="1" hangingPunct="1"/>
            <a:r>
              <a:rPr lang="en-US" altLang="en-US" sz="2600" dirty="0"/>
              <a:t>The </a:t>
            </a:r>
            <a:r>
              <a:rPr lang="en-US" altLang="en-US" sz="2600" b="1" dirty="0"/>
              <a:t>relative frequency </a:t>
            </a:r>
            <a:r>
              <a:rPr lang="en-US" altLang="en-US" sz="2600" dirty="0"/>
              <a:t>for a particular category is the fraction or proportion of the observations resulting in the category.</a:t>
            </a:r>
          </a:p>
          <a:p>
            <a:pPr algn="just" eaLnBrk="1" hangingPunct="1"/>
            <a:endParaRPr lang="en-US" altLang="en-US" sz="2600" dirty="0"/>
          </a:p>
          <a:p>
            <a:pPr algn="just" eaLnBrk="1" hangingPunct="1"/>
            <a:endParaRPr lang="en-US" altLang="en-US" sz="2600" dirty="0"/>
          </a:p>
          <a:p>
            <a:pPr algn="just" eaLnBrk="1" hangingPunct="1"/>
            <a:r>
              <a:rPr lang="en-US" altLang="en-US" sz="2600" dirty="0"/>
              <a:t>Frequency distributions are portrayed as </a:t>
            </a:r>
            <a:r>
              <a:rPr lang="en-US" altLang="en-US" sz="2600" b="1" dirty="0"/>
              <a:t>frequency tables, dot plot, histograms, </a:t>
            </a:r>
            <a:r>
              <a:rPr lang="en-US" altLang="en-US" sz="2600" dirty="0"/>
              <a:t>or</a:t>
            </a:r>
            <a:r>
              <a:rPr lang="en-US" altLang="en-US" sz="2600" b="1" dirty="0"/>
              <a:t> polygons</a:t>
            </a:r>
            <a:r>
              <a:rPr lang="en-US" altLang="en-US" sz="2600" dirty="0"/>
              <a:t>. </a:t>
            </a:r>
          </a:p>
        </p:txBody>
      </p:sp>
      <p:graphicFrame>
        <p:nvGraphicFramePr>
          <p:cNvPr id="23556" name="Object 1"/>
          <p:cNvGraphicFramePr>
            <a:graphicFrameLocks noChangeAspect="1"/>
          </p:cNvGraphicFramePr>
          <p:nvPr/>
        </p:nvGraphicFramePr>
        <p:xfrm>
          <a:off x="3719736" y="4725144"/>
          <a:ext cx="4570304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49700" imgH="622300" progId="Equation.3">
                  <p:embed/>
                </p:oleObj>
              </mc:Choice>
              <mc:Fallback>
                <p:oleObj name="Equation" r:id="rId2" imgW="3949700" imgH="622300" progId="Equation.3">
                  <p:embed/>
                  <p:pic>
                    <p:nvPicPr>
                      <p:cNvPr id="2355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4725144"/>
                        <a:ext cx="4570304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3143673" y="188914"/>
            <a:ext cx="5915025" cy="561975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Example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171700" y="1553170"/>
          <a:ext cx="8001000" cy="4756150"/>
        </p:xfrm>
        <a:graphic>
          <a:graphicData uri="http://schemas.openxmlformats.org/drawingml/2006/table">
            <a:tbl>
              <a:tblPr/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5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Staff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Position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Blood Type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Weight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Height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Qualification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Senior Lecturer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165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Lecturer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B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55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150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Master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3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Professor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O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170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Associate Professor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AB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70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175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Associate Professor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O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160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Senior Lecturer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O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58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155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7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Senior Lecturer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B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48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167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Lecturer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174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Master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9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Lecturer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55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150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Master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Associate Professor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AB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163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Professor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O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58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165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PhD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r-I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r-I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r-I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r-I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r-I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r-I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…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140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Tutor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O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45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150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Master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468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7814E649-550C-4535-A756-04282F88E2EE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7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4686" name="TextBox 5"/>
          <p:cNvSpPr txBox="1">
            <a:spLocks noChangeArrowheads="1"/>
          </p:cNvSpPr>
          <p:nvPr/>
        </p:nvSpPr>
        <p:spPr bwMode="auto">
          <a:xfrm>
            <a:off x="3472821" y="941388"/>
            <a:ext cx="59952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2800" dirty="0">
                <a:latin typeface="+mn-lt"/>
              </a:rPr>
              <a:t>Data </a:t>
            </a:r>
            <a:r>
              <a:rPr lang="mr-IN" altLang="en-US" sz="2800" dirty="0">
                <a:latin typeface="+mn-lt"/>
              </a:rPr>
              <a:t>–</a:t>
            </a:r>
            <a:r>
              <a:rPr lang="en-US" altLang="en-US" sz="2800" dirty="0">
                <a:latin typeface="+mn-lt"/>
              </a:rPr>
              <a:t> Staff info at School of Computing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172200"/>
            <a:ext cx="2895600" cy="323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EDC4CA6D-CC70-4480-8F89-304E68932CAC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8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503712" y="246063"/>
            <a:ext cx="5181600" cy="59055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Example</a:t>
            </a:r>
          </a:p>
        </p:txBody>
      </p:sp>
      <p:graphicFrame>
        <p:nvGraphicFramePr>
          <p:cNvPr id="106533" name="Group 37"/>
          <p:cNvGraphicFramePr>
            <a:graphicFrameLocks noGrp="1"/>
          </p:cNvGraphicFramePr>
          <p:nvPr>
            <p:ph idx="1"/>
          </p:nvPr>
        </p:nvGraphicFramePr>
        <p:xfrm>
          <a:off x="3733801" y="2101850"/>
          <a:ext cx="4858449" cy="3994912"/>
        </p:xfrm>
        <a:graphic>
          <a:graphicData uri="http://schemas.openxmlformats.org/drawingml/2006/table">
            <a:tbl>
              <a:tblPr/>
              <a:tblGrid>
                <a:gridCol w="264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Position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Number of Staff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(F</a:t>
                      </a:r>
                      <a:r>
                        <a:rPr lang="en-US" altLang="en-US" sz="2400" b="1" dirty="0">
                          <a:latin typeface="+mn-lt"/>
                        </a:rPr>
                        <a:t>requency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Professor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Associate Professor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Senior Lecturer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Lecturer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629" name="TextBox 5"/>
          <p:cNvSpPr txBox="1">
            <a:spLocks noChangeArrowheads="1"/>
          </p:cNvSpPr>
          <p:nvPr/>
        </p:nvSpPr>
        <p:spPr bwMode="auto">
          <a:xfrm>
            <a:off x="1919537" y="1249596"/>
            <a:ext cx="8641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2800" dirty="0">
                <a:latin typeface="+mn-lt"/>
              </a:rPr>
              <a:t>Frequency Table: Staff distribution in School of Computing</a:t>
            </a:r>
          </a:p>
        </p:txBody>
      </p:sp>
      <p:sp>
        <p:nvSpPr>
          <p:cNvPr id="9" name="Slide Number Placeholder 3"/>
          <p:cNvSpPr txBox="1">
            <a:spLocks noGrp="1"/>
          </p:cNvSpPr>
          <p:nvPr/>
        </p:nvSpPr>
        <p:spPr>
          <a:xfrm>
            <a:off x="4648200" y="6519864"/>
            <a:ext cx="2895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000" dirty="0">
                <a:solidFill>
                  <a:schemeClr val="bg1"/>
                </a:solidFill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3506688" y="294928"/>
            <a:ext cx="5181600" cy="6858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Example</a:t>
            </a:r>
          </a:p>
        </p:txBody>
      </p:sp>
      <p:graphicFrame>
        <p:nvGraphicFramePr>
          <p:cNvPr id="96362" name="Group 106"/>
          <p:cNvGraphicFramePr>
            <a:graphicFrameLocks noGrp="1"/>
          </p:cNvGraphicFramePr>
          <p:nvPr>
            <p:ph idx="1"/>
          </p:nvPr>
        </p:nvGraphicFramePr>
        <p:xfrm>
          <a:off x="2590800" y="1981200"/>
          <a:ext cx="6967030" cy="3556000"/>
        </p:xfrm>
        <a:graphic>
          <a:graphicData uri="http://schemas.openxmlformats.org/drawingml/2006/table">
            <a:tbl>
              <a:tblPr/>
              <a:tblGrid>
                <a:gridCol w="279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Position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400" b="1" dirty="0">
                          <a:latin typeface="+mn-lt"/>
                        </a:rPr>
                        <a:t>Frequency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Relative Frequency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Professor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 140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= 0.09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Associate Professor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Senior Lecturer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Lecturer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648200" y="6519864"/>
            <a:ext cx="28956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/>
          <a:lstStyle>
            <a:lvl1pPr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000" dirty="0">
                <a:solidFill>
                  <a:schemeClr val="bg1"/>
                </a:solidFill>
                <a:ea typeface="+mn-ea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2927649" y="274639"/>
            <a:ext cx="6275387" cy="561975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4191000"/>
          </a:xfrm>
        </p:spPr>
        <p:txBody>
          <a:bodyPr/>
          <a:lstStyle/>
          <a:p>
            <a:r>
              <a:rPr lang="en-US" altLang="en-US" sz="2800" dirty="0"/>
              <a:t>Data</a:t>
            </a: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BD241B2C-7867-4D1B-8406-7300E5A957CA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10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5" name="Content Placeholder 8"/>
          <p:cNvGraphicFramePr>
            <a:graphicFrameLocks noGrp="1"/>
          </p:cNvGraphicFramePr>
          <p:nvPr/>
        </p:nvGraphicFramePr>
        <p:xfrm>
          <a:off x="2681808" y="2132856"/>
          <a:ext cx="7086600" cy="402336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NetUse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NetUse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NetUse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26.0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48.0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67.0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43.0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83.0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88.0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72.0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77.0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66.0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2711625" y="260648"/>
            <a:ext cx="6707187" cy="48895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1918842" y="1412776"/>
            <a:ext cx="8497639" cy="4752380"/>
          </a:xfrm>
        </p:spPr>
        <p:txBody>
          <a:bodyPr/>
          <a:lstStyle/>
          <a:p>
            <a:pPr algn="just"/>
            <a:r>
              <a:rPr lang="en-US" altLang="en-US" sz="2800" dirty="0"/>
              <a:t>List the variables involved and calculate the frequency</a:t>
            </a:r>
          </a:p>
          <a:p>
            <a:pPr algn="just"/>
            <a:endParaRPr lang="en-US" altLang="en-US" sz="2800" dirty="0"/>
          </a:p>
          <a:p>
            <a:pPr algn="just"/>
            <a:endParaRPr lang="en-US" altLang="en-US" sz="2800" dirty="0"/>
          </a:p>
          <a:p>
            <a:pPr algn="just"/>
            <a:endParaRPr lang="en-US" altLang="en-US" sz="2800" dirty="0"/>
          </a:p>
          <a:p>
            <a:pPr algn="just"/>
            <a:r>
              <a:rPr lang="en-US" altLang="en-US" sz="2800" dirty="0"/>
              <a:t>Other types of response with missing value: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altLang="en-US" dirty="0"/>
              <a:t>DK (Don’t know)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altLang="en-US" dirty="0"/>
              <a:t>NAP (Not applicable)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altLang="en-US" dirty="0"/>
              <a:t>NA (No answer/response)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0254E021-B1D1-4E37-9A5A-B607228EBA7D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11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44678" y="2132856"/>
          <a:ext cx="3419475" cy="105251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charset="0"/>
                          <a:cs typeface="Times New Roman" charset="0"/>
                        </a:rPr>
                        <a:t>Response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68567" marR="68567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charset="0"/>
                          <a:cs typeface="Times New Roman" charset="0"/>
                        </a:rPr>
                        <a:t>Frequency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68567" marR="68567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charset="0"/>
                          <a:cs typeface="Times New Roman" charset="0"/>
                        </a:rPr>
                        <a:t>No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68567" marR="68567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charset="0"/>
                          <a:cs typeface="Times New Roman" charset="0"/>
                        </a:rPr>
                        <a:t>17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68567" marR="68567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charset="0"/>
                          <a:cs typeface="Times New Roman" charset="0"/>
                        </a:rPr>
                        <a:t>Yes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68567" marR="68567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charset="0"/>
                          <a:cs typeface="Times New Roman" charset="0"/>
                        </a:rPr>
                        <a:t>13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68567" marR="68567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2927648" y="260649"/>
            <a:ext cx="6275388" cy="561975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072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A0F29DE1-80F1-4059-978A-8F117A8C81FA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12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0723" name="Content Placeholder 5"/>
          <p:cNvSpPr>
            <a:spLocks noGrp="1"/>
          </p:cNvSpPr>
          <p:nvPr>
            <p:ph idx="1"/>
          </p:nvPr>
        </p:nvSpPr>
        <p:spPr>
          <a:xfrm>
            <a:off x="1981200" y="1484784"/>
            <a:ext cx="8229600" cy="4681066"/>
          </a:xfrm>
        </p:spPr>
        <p:txBody>
          <a:bodyPr/>
          <a:lstStyle/>
          <a:p>
            <a:r>
              <a:rPr lang="en-US" altLang="en-US" sz="2800" dirty="0"/>
              <a:t>Calculate the percent, valid percent and cumulative percent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  <a:p>
            <a:r>
              <a:rPr lang="en-US" altLang="en-US" sz="2800" dirty="0"/>
              <a:t>Valid percent: excludes data with missing value (</a:t>
            </a:r>
            <a:r>
              <a:rPr lang="en-US" altLang="en-US" sz="2800" dirty="0" err="1"/>
              <a:t>ie</a:t>
            </a:r>
            <a:r>
              <a:rPr lang="en-US" altLang="en-US" sz="2800" dirty="0"/>
              <a:t>. DK, NAP, and NA)</a:t>
            </a:r>
          </a:p>
          <a:p>
            <a:pPr lvl="1">
              <a:buFontTx/>
              <a:buNone/>
            </a:pPr>
            <a:endParaRPr lang="en-US" altLang="en-US" sz="2000" dirty="0"/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/>
        </p:nvGraphicFramePr>
        <p:xfrm>
          <a:off x="2639616" y="2636913"/>
          <a:ext cx="6934200" cy="2001839"/>
        </p:xfrm>
        <a:graphic>
          <a:graphicData uri="http://schemas.openxmlformats.org/drawingml/2006/table">
            <a:tbl>
              <a:tblPr/>
              <a:tblGrid>
                <a:gridCol w="13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9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Response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Frequency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Percent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Valid Percent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Cumulative Percent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No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56.7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56.7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56.7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Yes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43.3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43.3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100.0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Total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30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100.0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100.0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Mincho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19050" marR="19050" marT="19043" marB="1904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2855640" y="274639"/>
            <a:ext cx="6418262" cy="490537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7030A0"/>
                </a:solidFill>
              </a:rPr>
              <a:t>Exercise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2042864" y="1124744"/>
            <a:ext cx="8229600" cy="1368152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en-US" sz="2800" dirty="0">
                <a:solidFill>
                  <a:srgbClr val="C00000"/>
                </a:solidFill>
              </a:rPr>
              <a:t>The data below represent the color of M&amp;Ms in a bag of plain M&amp;Ms. Construct a frequency distribution of the color of plain M&amp;Ms.</a:t>
            </a:r>
          </a:p>
          <a:p>
            <a:pPr marL="0" indent="0"/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24626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4CDA7360-1EE8-4D83-8BA1-947BEEBFBEC5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13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5" name="Group 3"/>
          <p:cNvGraphicFramePr>
            <a:graphicFrameLocks noGrp="1"/>
          </p:cNvGraphicFramePr>
          <p:nvPr/>
        </p:nvGraphicFramePr>
        <p:xfrm>
          <a:off x="2566988" y="2636838"/>
          <a:ext cx="7315200" cy="3565584"/>
        </p:xfrm>
        <a:graphic>
          <a:graphicData uri="http://schemas.openxmlformats.org/drawingml/2006/table">
            <a:tbl>
              <a:tblPr/>
              <a:tblGrid>
                <a:gridCol w="146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Orange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Green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Green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Blue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Orange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Green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Green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Orange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Orange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Orange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Blue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Blue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Green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Orange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en-US" altLang="en-US" sz="4000" b="1" dirty="0"/>
              <a:t>Solution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071665" y="1484784"/>
          <a:ext cx="6768529" cy="445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6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+mn-lt"/>
                        </a:rPr>
                        <a:t>Color Type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+mn-lt"/>
                        </a:rPr>
                        <a:t>Frequency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+mn-lt"/>
                        </a:rPr>
                        <a:t>Relative Frequency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Yellow</a:t>
                      </a:r>
                    </a:p>
                  </a:txBody>
                  <a:tcPr marT="45692" marB="45692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+mn-lt"/>
                        </a:rPr>
                        <a:t>10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0.22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Blue</a:t>
                      </a:r>
                    </a:p>
                  </a:txBody>
                  <a:tcPr marT="45692" marB="45692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+mn-lt"/>
                        </a:rPr>
                        <a:t>3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0.07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Orange</a:t>
                      </a:r>
                    </a:p>
                  </a:txBody>
                  <a:tcPr marT="45692" marB="45692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+mn-lt"/>
                        </a:rPr>
                        <a:t>6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0.13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Green</a:t>
                      </a:r>
                    </a:p>
                  </a:txBody>
                  <a:tcPr marT="45692" marB="45692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+mn-lt"/>
                        </a:rPr>
                        <a:t>5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0.11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62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Brown</a:t>
                      </a:r>
                    </a:p>
                  </a:txBody>
                  <a:tcPr marT="45692" marB="45692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+mn-lt"/>
                        </a:rPr>
                        <a:t>12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0.27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62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Red</a:t>
                      </a:r>
                    </a:p>
                  </a:txBody>
                  <a:tcPr marT="45692" marB="45692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+mn-lt"/>
                        </a:rPr>
                        <a:t>9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0.20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98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Total</a:t>
                      </a:r>
                    </a:p>
                  </a:txBody>
                  <a:tcPr marT="45692" marB="45692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+mn-lt"/>
                        </a:rPr>
                        <a:t>45</a:t>
                      </a:r>
                    </a:p>
                  </a:txBody>
                  <a:tcPr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1.00</a:t>
                      </a:r>
                    </a:p>
                  </a:txBody>
                  <a:tcPr marT="45723" marB="4572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26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9CA11D9F-C2E0-4E61-B518-6257D10DB416}" type="slidenum">
              <a:rPr lang="en-US" altLang="en-US" sz="1200">
                <a:solidFill>
                  <a:srgbClr val="898989"/>
                </a:solidFill>
              </a:rPr>
              <a:pPr/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D91CA26A-5151-42F7-89C3-91572AFE0BCE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15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3935414" y="274639"/>
            <a:ext cx="6275387" cy="70643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Bar Chart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196975"/>
            <a:ext cx="8291512" cy="5327650"/>
          </a:xfrm>
        </p:spPr>
        <p:txBody>
          <a:bodyPr/>
          <a:lstStyle/>
          <a:p>
            <a:pPr algn="just" eaLnBrk="1" hangingPunct="1"/>
            <a:r>
              <a:rPr lang="en-US" altLang="en-US" sz="2400" dirty="0"/>
              <a:t>A bar chart is a graph of the frequency distribution of categorical data. </a:t>
            </a:r>
          </a:p>
          <a:p>
            <a:pPr algn="just" eaLnBrk="1" hangingPunct="1"/>
            <a:r>
              <a:rPr lang="en-US" altLang="en-US" sz="2400" dirty="0"/>
              <a:t>Each category in the frequency distribution is represented by a bar or rectangle.</a:t>
            </a:r>
          </a:p>
          <a:p>
            <a:pPr algn="just" eaLnBrk="1" hangingPunct="1"/>
            <a:r>
              <a:rPr lang="en-US" altLang="en-US" sz="2400" dirty="0"/>
              <a:t>How to construct:</a:t>
            </a:r>
          </a:p>
          <a:p>
            <a:pPr lvl="2" algn="just" eaLnBrk="1" hangingPunct="1">
              <a:buFont typeface="Wingdings" pitchFamily="2" charset="2"/>
              <a:buChar char="§"/>
            </a:pPr>
            <a:r>
              <a:rPr lang="en-US" altLang="en-US" sz="2000" dirty="0"/>
              <a:t>Draw a horizontal line, and write the category names or labels below the line at regularly spaced intervals.</a:t>
            </a:r>
          </a:p>
          <a:p>
            <a:pPr lvl="2" algn="just" eaLnBrk="1" hangingPunct="1">
              <a:buFont typeface="Wingdings" pitchFamily="2" charset="2"/>
              <a:buChar char="§"/>
            </a:pPr>
            <a:r>
              <a:rPr lang="en-US" altLang="en-US" sz="2000" dirty="0"/>
              <a:t>Draw a vertical line, and label the scale using either frequency or relative frequency.</a:t>
            </a:r>
          </a:p>
          <a:p>
            <a:pPr lvl="2" algn="just" eaLnBrk="1" hangingPunct="1">
              <a:buFont typeface="Wingdings" pitchFamily="2" charset="2"/>
              <a:buChar char="§"/>
            </a:pPr>
            <a:r>
              <a:rPr lang="en-US" altLang="en-US" sz="2000" dirty="0"/>
              <a:t>Place a rectangular bar above each category label. The height is determined by the category’s frequency or relative frequency, and all bars should have the same width.</a:t>
            </a:r>
          </a:p>
          <a:p>
            <a:pPr algn="just" eaLnBrk="1" hangingPunct="1"/>
            <a:r>
              <a:rPr lang="en-US" altLang="en-US" sz="2400" dirty="0"/>
              <a:t>What to look for: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Frequently and infrequently categories.</a:t>
            </a:r>
          </a:p>
          <a:p>
            <a:pPr algn="just" eaLnBrk="1" hangingPunct="1">
              <a:buFont typeface="Arial" pitchFamily="34" charset="0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3379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8FE6006C-ADF5-445B-8E43-71EB7997BDBA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16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33795" name="Picture 2" descr="http://www.dcielts.com/wp-content/uploads/2011/06/holiday-bar-char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7" t="6441" r="5049" b="8135"/>
          <a:stretch/>
        </p:blipFill>
        <p:spPr bwMode="auto">
          <a:xfrm>
            <a:off x="1919536" y="1628800"/>
            <a:ext cx="838036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448426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B64C96B0-EF21-4CC5-ADCD-9444345D098F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17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/>
              <a:t>Example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3657600" y="2133600"/>
          <a:ext cx="586740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820" name="TextBox 6"/>
          <p:cNvSpPr txBox="1">
            <a:spLocks noChangeArrowheads="1"/>
          </p:cNvSpPr>
          <p:nvPr/>
        </p:nvSpPr>
        <p:spPr bwMode="auto">
          <a:xfrm>
            <a:off x="2057400" y="3276600"/>
            <a:ext cx="15158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Number of Staff</a:t>
            </a:r>
          </a:p>
        </p:txBody>
      </p:sp>
      <p:sp>
        <p:nvSpPr>
          <p:cNvPr id="34821" name="TextBox 7"/>
          <p:cNvSpPr txBox="1">
            <a:spLocks noChangeArrowheads="1"/>
          </p:cNvSpPr>
          <p:nvPr/>
        </p:nvSpPr>
        <p:spPr bwMode="auto">
          <a:xfrm>
            <a:off x="6248401" y="5791200"/>
            <a:ext cx="8538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Position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3584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B916A20E-A552-4C71-B984-39313AB1B980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18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3429001" y="1828800"/>
          <a:ext cx="6734175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2057400" y="3657601"/>
            <a:ext cx="10556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Relative</a:t>
            </a:r>
          </a:p>
          <a:p>
            <a:pPr eaLnBrk="1" hangingPunct="1"/>
            <a:r>
              <a:rPr lang="en-US" altLang="en-US" sz="1600" dirty="0">
                <a:latin typeface="+mn-lt"/>
              </a:rPr>
              <a:t>Frequency</a:t>
            </a:r>
          </a:p>
        </p:txBody>
      </p:sp>
      <p:sp>
        <p:nvSpPr>
          <p:cNvPr id="35845" name="TextBox 6"/>
          <p:cNvSpPr txBox="1">
            <a:spLocks noChangeArrowheads="1"/>
          </p:cNvSpPr>
          <p:nvPr/>
        </p:nvSpPr>
        <p:spPr bwMode="auto">
          <a:xfrm>
            <a:off x="5791201" y="5791200"/>
            <a:ext cx="8538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Position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3581400" y="1828800"/>
          <a:ext cx="57912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3686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A8AE6E51-877E-4CFF-BD03-F8EAA7C7CFC1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19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3048000" y="1828800"/>
          <a:ext cx="63246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2286001" y="3124200"/>
            <a:ext cx="8538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>
                <a:latin typeface="+mn-lt"/>
              </a:rPr>
              <a:t>Position</a:t>
            </a:r>
          </a:p>
        </p:txBody>
      </p:sp>
      <p:sp>
        <p:nvSpPr>
          <p:cNvPr id="36869" name="TextBox 6"/>
          <p:cNvSpPr txBox="1">
            <a:spLocks noChangeArrowheads="1"/>
          </p:cNvSpPr>
          <p:nvPr/>
        </p:nvSpPr>
        <p:spPr bwMode="auto">
          <a:xfrm>
            <a:off x="6096001" y="5791200"/>
            <a:ext cx="178574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Percent of Staff (%)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Statistical Tools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1981200" y="1268761"/>
            <a:ext cx="8229600" cy="4525963"/>
          </a:xfrm>
        </p:spPr>
        <p:txBody>
          <a:bodyPr/>
          <a:lstStyle/>
          <a:p>
            <a:r>
              <a:rPr lang="en-US" altLang="en-US" sz="2800" dirty="0"/>
              <a:t>Excel:</a:t>
            </a:r>
          </a:p>
          <a:p>
            <a:pPr>
              <a:buFontTx/>
              <a:buNone/>
            </a:pPr>
            <a:endParaRPr lang="en-US" altLang="en-US" sz="2800" dirty="0"/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0CCA0F0D-0DA4-4C1F-8286-6DFADB7D4C0C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20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222" y="1676400"/>
            <a:ext cx="5340292" cy="4704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Statistical Tools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1676400" y="1268413"/>
            <a:ext cx="8229600" cy="4191000"/>
          </a:xfrm>
        </p:spPr>
        <p:txBody>
          <a:bodyPr/>
          <a:lstStyle/>
          <a:p>
            <a:r>
              <a:rPr lang="en-US" altLang="en-US" sz="2800" dirty="0"/>
              <a:t>SPSS:</a:t>
            </a: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642DC2E7-4885-4529-8024-F8F53DAA6E81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21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538" y="1752600"/>
            <a:ext cx="7441662" cy="4628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Statistical Tools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>
          <a:xfrm>
            <a:off x="1676400" y="1470025"/>
            <a:ext cx="8229600" cy="4191000"/>
          </a:xfrm>
        </p:spPr>
        <p:txBody>
          <a:bodyPr/>
          <a:lstStyle/>
          <a:p>
            <a:r>
              <a:rPr lang="en-US" altLang="en-US" sz="2800" i="1" dirty="0"/>
              <a:t>R</a:t>
            </a:r>
            <a:r>
              <a:rPr lang="en-US" altLang="en-US" sz="2800" dirty="0"/>
              <a:t> :</a:t>
            </a:r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711245A7-F643-4BB3-B268-DB753CBC25D5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22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39940" name="Picture 1" descr="Screen Shot 2018-02-24 at 6.48.46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9" y="1628775"/>
            <a:ext cx="7272337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1130C20A-3830-4B65-AD3F-93E130D4924E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23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3935414" y="274639"/>
            <a:ext cx="6275387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Comparative Bar Charts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536" y="1600201"/>
            <a:ext cx="8291264" cy="4525963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Bar chart can also be used to give a visual comparison of two or more groups.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When constructing a comparative bar graph we </a:t>
            </a:r>
            <a:r>
              <a:rPr lang="en-US" sz="2800" dirty="0">
                <a:solidFill>
                  <a:srgbClr val="0000FF"/>
                </a:solidFill>
                <a:ea typeface="ＭＳ Ｐゴシック" charset="0"/>
              </a:rPr>
              <a:t>use the relative frequency </a:t>
            </a:r>
            <a:r>
              <a:rPr lang="en-US" sz="2800" dirty="0">
                <a:ea typeface="ＭＳ Ｐゴシック" charset="0"/>
              </a:rPr>
              <a:t>rather than the frequency to construct the scale on the vertical axis so that we can make meaningful comparisons even if the sample sizes are not the same.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4198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60DF358A-4127-4929-B3C0-C4BF91193A8A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24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95600" y="1905000"/>
          <a:ext cx="6705600" cy="3944938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4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Source of Funding 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Frequency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Relative Frequency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6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Female</a:t>
                      </a:r>
                    </a:p>
                  </a:txBody>
                  <a:tcPr marT="45708" marB="45708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Male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Female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Male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6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Student Loans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0.50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382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Parents and/or family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0.33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8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Scholarships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6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Total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60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1.00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1.00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4301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1D515688-FFBF-4F8B-9E6A-892BAFF0AFEC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25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1752600" y="2286000"/>
          <a:ext cx="45720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477000" y="2133600"/>
          <a:ext cx="3886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013" name="TextBox 6"/>
          <p:cNvSpPr txBox="1">
            <a:spLocks noChangeArrowheads="1"/>
          </p:cNvSpPr>
          <p:nvPr/>
        </p:nvSpPr>
        <p:spPr bwMode="auto">
          <a:xfrm>
            <a:off x="2667001" y="1828801"/>
            <a:ext cx="14918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Frequency</a:t>
            </a:r>
          </a:p>
        </p:txBody>
      </p:sp>
      <p:sp>
        <p:nvSpPr>
          <p:cNvPr id="43014" name="TextBox 7"/>
          <p:cNvSpPr txBox="1">
            <a:spLocks noChangeArrowheads="1"/>
          </p:cNvSpPr>
          <p:nvPr/>
        </p:nvSpPr>
        <p:spPr bwMode="auto">
          <a:xfrm>
            <a:off x="7239001" y="1747839"/>
            <a:ext cx="25081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Relative frequency</a:t>
            </a:r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1908176" y="5967413"/>
            <a:ext cx="29396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F0000"/>
                </a:solidFill>
                <a:latin typeface="+mn-lt"/>
              </a:rPr>
              <a:t>Inaccurate comparative bar chart</a:t>
            </a:r>
          </a:p>
        </p:txBody>
      </p:sp>
      <p:sp>
        <p:nvSpPr>
          <p:cNvPr id="43016" name="Rectangle 10"/>
          <p:cNvSpPr>
            <a:spLocks noChangeArrowheads="1"/>
          </p:cNvSpPr>
          <p:nvPr/>
        </p:nvSpPr>
        <p:spPr bwMode="auto">
          <a:xfrm>
            <a:off x="6450014" y="5973764"/>
            <a:ext cx="39893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FF0000"/>
                </a:solidFill>
                <a:latin typeface="+mn-lt"/>
              </a:rPr>
              <a:t>Accurate comparative bar chart</a:t>
            </a:r>
            <a:endParaRPr lang="en-US" altLang="en-US" sz="1600">
              <a:latin typeface="+mn-lt"/>
            </a:endParaRPr>
          </a:p>
        </p:txBody>
      </p:sp>
      <p:sp>
        <p:nvSpPr>
          <p:cNvPr id="43017" name="Up Arrow 1"/>
          <p:cNvSpPr>
            <a:spLocks noChangeArrowheads="1"/>
          </p:cNvSpPr>
          <p:nvPr/>
        </p:nvSpPr>
        <p:spPr bwMode="auto">
          <a:xfrm>
            <a:off x="3124200" y="5562600"/>
            <a:ext cx="381000" cy="3810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 b="1">
              <a:latin typeface="Arial" pitchFamily="34" charset="0"/>
            </a:endParaRPr>
          </a:p>
        </p:txBody>
      </p:sp>
      <p:sp>
        <p:nvSpPr>
          <p:cNvPr id="43018" name="Up Arrow 10"/>
          <p:cNvSpPr>
            <a:spLocks noChangeArrowheads="1"/>
          </p:cNvSpPr>
          <p:nvPr/>
        </p:nvSpPr>
        <p:spPr bwMode="auto">
          <a:xfrm>
            <a:off x="8305800" y="5562600"/>
            <a:ext cx="381000" cy="3810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 b="1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951538" y="6553200"/>
            <a:ext cx="557212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BDD01264-AB58-4939-BBEF-2C10E215A284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26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338" y="274639"/>
            <a:ext cx="5759450" cy="70643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/>
              <a:t>Pie Charts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9" y="1412876"/>
            <a:ext cx="8353425" cy="4525963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In a pie chart, a </a:t>
            </a:r>
            <a:r>
              <a:rPr lang="en-US" altLang="en-US" sz="2800" dirty="0">
                <a:solidFill>
                  <a:srgbClr val="0000FF"/>
                </a:solidFill>
              </a:rPr>
              <a:t>circle</a:t>
            </a:r>
            <a:r>
              <a:rPr lang="en-US" altLang="en-US" sz="2800" dirty="0"/>
              <a:t> is used to represent the whole data set, with “</a:t>
            </a:r>
            <a:r>
              <a:rPr lang="en-US" altLang="ja-JP" sz="2800" dirty="0">
                <a:solidFill>
                  <a:srgbClr val="0000FF"/>
                </a:solidFill>
              </a:rPr>
              <a:t>slices</a:t>
            </a:r>
            <a:r>
              <a:rPr lang="en-US" altLang="en-US" sz="2800" dirty="0"/>
              <a:t>”</a:t>
            </a:r>
            <a:r>
              <a:rPr lang="en-US" altLang="ja-JP" sz="2800" dirty="0"/>
              <a:t> of the pie representing the possible categories.</a:t>
            </a:r>
          </a:p>
          <a:p>
            <a:pPr algn="just" eaLnBrk="1" hangingPunct="1"/>
            <a:r>
              <a:rPr lang="en-US" altLang="en-US" sz="2800" dirty="0"/>
              <a:t>The size of the slice for a particular category is proportional to the corresponding frequency or relative frequency.</a:t>
            </a:r>
          </a:p>
          <a:p>
            <a:pPr algn="just" eaLnBrk="1" hangingPunct="1"/>
            <a:r>
              <a:rPr lang="en-US" altLang="en-US" sz="2800" dirty="0"/>
              <a:t>Pie charts are most effective for summarizing data sets when there are not too many different categories.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951538" y="6553200"/>
            <a:ext cx="557212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3EAF3D2A-9398-442E-9F1E-12B480993DEE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27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268413"/>
            <a:ext cx="8362950" cy="4525962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How to construct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dirty="0"/>
              <a:t>Draw a circle to represent the entire data set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dirty="0"/>
              <a:t>For each category, calculate the “slice” size.</a:t>
            </a:r>
          </a:p>
          <a:p>
            <a:pPr lvl="1" algn="just" eaLnBrk="1" hangingPunct="1">
              <a:buFont typeface="Arial" pitchFamily="34" charset="0"/>
              <a:buNone/>
            </a:pPr>
            <a:r>
              <a:rPr lang="en-US" altLang="en-US" dirty="0"/>
              <a:t>    slice size = 360 (category relative frequency)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dirty="0"/>
              <a:t>Draw a slice of appropriate size for each category.</a:t>
            </a:r>
          </a:p>
          <a:p>
            <a:pPr algn="just" eaLnBrk="1" hangingPunct="1"/>
            <a:endParaRPr lang="en-US" altLang="en-US" sz="2800" dirty="0"/>
          </a:p>
          <a:p>
            <a:pPr algn="just" eaLnBrk="1" hangingPunct="1"/>
            <a:r>
              <a:rPr lang="en-US" altLang="en-US" sz="2800" dirty="0"/>
              <a:t>What to look for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dirty="0"/>
              <a:t>Categories that form large and small proportions of the data set.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338" y="274639"/>
            <a:ext cx="5759450" cy="70643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/>
              <a:t>Pie Charts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>
          <a:xfrm>
            <a:off x="3709814" y="274639"/>
            <a:ext cx="5770562" cy="561975"/>
          </a:xfrm>
        </p:spPr>
        <p:txBody>
          <a:bodyPr/>
          <a:lstStyle/>
          <a:p>
            <a:r>
              <a:rPr lang="en-US" altLang="en-US" sz="4000" b="1" dirty="0"/>
              <a:t>Statistical Tools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Excel:</a:t>
            </a:r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356351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BAF04151-BCC8-4539-9BE7-FACD415DE6EE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28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5" y="2054200"/>
            <a:ext cx="6721535" cy="425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3421064" y="188914"/>
            <a:ext cx="6923087" cy="561975"/>
          </a:xfrm>
        </p:spPr>
        <p:txBody>
          <a:bodyPr/>
          <a:lstStyle/>
          <a:p>
            <a:r>
              <a:rPr lang="en-US" altLang="en-US" sz="4000" b="1" dirty="0"/>
              <a:t>Statistical Tools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1847850" y="1196976"/>
            <a:ext cx="8229600" cy="4525963"/>
          </a:xfrm>
        </p:spPr>
        <p:txBody>
          <a:bodyPr/>
          <a:lstStyle/>
          <a:p>
            <a:r>
              <a:rPr lang="en-US" altLang="en-US" sz="2800" dirty="0"/>
              <a:t>SPSS:</a:t>
            </a: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356351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83E480D3-1A49-4D09-B02D-082E0F02E82E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29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8" y="1677715"/>
            <a:ext cx="6694512" cy="4650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70960396-C242-4EA9-8246-3586819531A8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30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Example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/>
        </p:nvGraphicFramePr>
        <p:xfrm>
          <a:off x="1558290" y="1676400"/>
          <a:ext cx="4918710" cy="281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5486400" y="3200400"/>
          <a:ext cx="50292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4915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E2CD0B5E-88E0-4965-AADA-E1E7542E0B74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31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49155" name="Picture 2" descr="http://canvasjs.com/wp-content/uploads/2013/01/javascript_pie_char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5" r="11232"/>
          <a:stretch/>
        </p:blipFill>
        <p:spPr bwMode="auto">
          <a:xfrm>
            <a:off x="2927648" y="1628800"/>
            <a:ext cx="6457950" cy="40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5017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B51876E3-208F-4F13-B1AE-F2A6BCC7DAB1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32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0179" name="AutoShape 2" descr="https://www.mathsisfun.com/data/images/pie-chart-example.gif"/>
          <p:cNvSpPr>
            <a:spLocks noChangeAspect="1" noChangeArrowheads="1"/>
          </p:cNvSpPr>
          <p:nvPr/>
        </p:nvSpPr>
        <p:spPr bwMode="auto">
          <a:xfrm>
            <a:off x="1700214" y="-1279525"/>
            <a:ext cx="36861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>
              <a:latin typeface="Arial" pitchFamily="34" charset="0"/>
            </a:endParaRPr>
          </a:p>
        </p:txBody>
      </p:sp>
      <p:sp>
        <p:nvSpPr>
          <p:cNvPr id="50180" name="AutoShape 4" descr="https://www.mathsisfun.com/data/images/pie-chart-example.gif"/>
          <p:cNvSpPr>
            <a:spLocks noChangeAspect="1" noChangeArrowheads="1"/>
          </p:cNvSpPr>
          <p:nvPr/>
        </p:nvSpPr>
        <p:spPr bwMode="auto">
          <a:xfrm>
            <a:off x="1700214" y="-1279525"/>
            <a:ext cx="36861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>
              <a:latin typeface="Arial" pitchFamily="34" charset="0"/>
            </a:endParaRPr>
          </a:p>
        </p:txBody>
      </p:sp>
      <p:pic>
        <p:nvPicPr>
          <p:cNvPr id="50181" name="Picture 8" descr="http://www.skwirk.com/content/upload/images/Secondary/NSW/year_8/geography/geography_skills/tp4/ch3/graph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1578042"/>
            <a:ext cx="5904656" cy="4417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Example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9DBF7AAC-5578-4B5D-ABE0-5C6752FE4EAD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33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51203" name="Picture 2" descr="http://www.ieltsbuddy.com/images/ielts-pie-chart-migr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32" y="1484784"/>
            <a:ext cx="8487342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1420" y="274638"/>
            <a:ext cx="6130925" cy="633412"/>
          </a:xfr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4000" b="1" dirty="0"/>
              <a:t>Exercise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1992314" y="1268413"/>
            <a:ext cx="8207375" cy="452596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u="sng" dirty="0"/>
              <a:t>Travel Survey</a:t>
            </a:r>
          </a:p>
          <a:p>
            <a:pPr marL="0" indent="0">
              <a:buNone/>
            </a:pPr>
            <a:r>
              <a:rPr lang="en-US" altLang="en-US" sz="2800" dirty="0"/>
              <a:t>92 people were asked how they got to work:</a:t>
            </a:r>
          </a:p>
          <a:p>
            <a:pPr marL="354013" indent="-261938"/>
            <a:r>
              <a:rPr lang="en-US" altLang="en-US" sz="2800" dirty="0"/>
              <a:t>35 used a car</a:t>
            </a:r>
          </a:p>
          <a:p>
            <a:pPr marL="354013" indent="-261938"/>
            <a:r>
              <a:rPr lang="en-US" altLang="en-US" sz="2800" dirty="0"/>
              <a:t>42 took public transport</a:t>
            </a:r>
          </a:p>
          <a:p>
            <a:pPr marL="354013" indent="-261938"/>
            <a:r>
              <a:rPr lang="en-US" altLang="en-US" sz="2800" dirty="0"/>
              <a:t>8 rode a bicycle</a:t>
            </a:r>
          </a:p>
          <a:p>
            <a:pPr marL="354013" indent="-261938"/>
            <a:r>
              <a:rPr lang="en-US" altLang="en-US" sz="2800" dirty="0"/>
              <a:t>7 walked</a:t>
            </a:r>
          </a:p>
          <a:p>
            <a:pPr marL="0" indent="0"/>
            <a:endParaRPr lang="en-US" altLang="en-US" sz="2800" dirty="0"/>
          </a:p>
          <a:p>
            <a:pPr marL="354013" indent="-354013">
              <a:buFont typeface="Arial" pitchFamily="34" charset="0"/>
              <a:buAutoNum type="romanLcParenR"/>
            </a:pPr>
            <a:r>
              <a:rPr lang="en-US" altLang="en-US" sz="2800" dirty="0"/>
              <a:t>Calculate the relative frequency.</a:t>
            </a:r>
          </a:p>
          <a:p>
            <a:pPr marL="354013" indent="-354013">
              <a:buFont typeface="Arial" pitchFamily="34" charset="0"/>
              <a:buAutoNum type="romanLcParenR"/>
            </a:pPr>
            <a:r>
              <a:rPr lang="en-US" altLang="en-US" sz="2800" dirty="0"/>
              <a:t>Draw the appropriate chart. </a:t>
            </a:r>
          </a:p>
        </p:txBody>
      </p:sp>
      <p:sp>
        <p:nvSpPr>
          <p:cNvPr id="5222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5519739" y="6519864"/>
            <a:ext cx="611187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2B18780-0165-4C6A-A244-9876E67CAAA8}" type="slidenum">
              <a:rPr lang="en-US" altLang="en-US" sz="1200">
                <a:solidFill>
                  <a:schemeClr val="bg1"/>
                </a:solidFill>
              </a:rPr>
              <a:pPr/>
              <a:t>34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AC058A35-831A-4204-A132-AA4359BA45E0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35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223793" y="274639"/>
            <a:ext cx="5915025" cy="70643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altLang="en-US" sz="4000" b="1" dirty="0"/>
              <a:t>Displaying Numerical Data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sz="2800" dirty="0"/>
              <a:t>Ungrouped data comprise a listing of the observed values.</a:t>
            </a:r>
          </a:p>
          <a:p>
            <a:pPr algn="just" eaLnBrk="1" hangingPunct="1"/>
            <a:r>
              <a:rPr lang="en-US" altLang="en-US" sz="2800" dirty="0"/>
              <a:t>Grouped data represent a lumping together of the observed values.</a:t>
            </a:r>
          </a:p>
          <a:p>
            <a:pPr algn="just" eaLnBrk="1" hangingPunct="1"/>
            <a:r>
              <a:rPr lang="en-US" altLang="en-US" sz="2800" dirty="0"/>
              <a:t>The data can be discrete or continuous.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9ABF7323-1A3F-4C60-BAF5-9DCC43046FBF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36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/>
              <a:t>Example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Ungrouped data</a:t>
            </a:r>
          </a:p>
          <a:p>
            <a:pPr eaLnBrk="1" hangingPunct="1"/>
            <a:endParaRPr lang="en-US" altLang="en-US" sz="2800" dirty="0"/>
          </a:p>
          <a:p>
            <a:pPr indent="11113" eaLnBrk="1" hangingPunct="1">
              <a:buNone/>
            </a:pPr>
            <a:r>
              <a:rPr lang="en-US" altLang="en-US" sz="2800" dirty="0"/>
              <a:t>	0	1	3	0	1	0	1	0</a:t>
            </a:r>
          </a:p>
          <a:p>
            <a:pPr indent="11113" eaLnBrk="1" hangingPunct="1">
              <a:buNone/>
            </a:pPr>
            <a:r>
              <a:rPr lang="en-US" altLang="en-US" sz="2800" dirty="0"/>
              <a:t>	1	5	4	1	2	1	2	0</a:t>
            </a:r>
          </a:p>
          <a:p>
            <a:pPr indent="11113" eaLnBrk="1" hangingPunct="1">
              <a:buNone/>
            </a:pPr>
            <a:r>
              <a:rPr lang="en-US" altLang="en-US" sz="2800" dirty="0"/>
              <a:t>	1	0	2	0	0	2	0</a:t>
            </a:r>
          </a:p>
          <a:p>
            <a:pPr indent="11113" eaLnBrk="1" hangingPunct="1">
              <a:buNone/>
            </a:pPr>
            <a:r>
              <a:rPr lang="en-US" altLang="en-US" sz="2800" dirty="0"/>
              <a:t>	2	1	1	…..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3948782" y="260350"/>
            <a:ext cx="4235450" cy="592138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Example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Ungrouped data</a:t>
            </a:r>
          </a:p>
        </p:txBody>
      </p:sp>
      <p:graphicFrame>
        <p:nvGraphicFramePr>
          <p:cNvPr id="96387" name="Group 131"/>
          <p:cNvGraphicFramePr>
            <a:graphicFrameLocks noGrp="1"/>
          </p:cNvGraphicFramePr>
          <p:nvPr>
            <p:ph sz="half" idx="2"/>
          </p:nvPr>
        </p:nvGraphicFramePr>
        <p:xfrm>
          <a:off x="2209800" y="2743200"/>
          <a:ext cx="8077200" cy="3048000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4648200" y="6519864"/>
            <a:ext cx="2895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000" dirty="0">
                <a:solidFill>
                  <a:schemeClr val="bg1"/>
                </a:solidFill>
                <a:ea typeface="+mn-ea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algn="ctr"/>
            <a:fld id="{CD371CE4-D717-44D6-8C70-10A97E456494}" type="slidenum">
              <a:rPr lang="en-US" altLang="en-US" smtClean="0"/>
              <a:pPr algn="ctr"/>
              <a:t>38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06688" y="260648"/>
            <a:ext cx="5181600" cy="685800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Example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Grouped data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Tx/>
              <a:buNone/>
            </a:pPr>
            <a:r>
              <a:rPr lang="en-US" altLang="en-US" sz="2800" dirty="0"/>
              <a:t>	Frequency distribution</a:t>
            </a:r>
          </a:p>
        </p:txBody>
      </p:sp>
      <p:graphicFrame>
        <p:nvGraphicFramePr>
          <p:cNvPr id="99332" name="Group 4"/>
          <p:cNvGraphicFramePr>
            <a:graphicFrameLocks noGrp="1"/>
          </p:cNvGraphicFramePr>
          <p:nvPr>
            <p:ph sz="half" idx="2"/>
          </p:nvPr>
        </p:nvGraphicFramePr>
        <p:xfrm>
          <a:off x="6172200" y="1828800"/>
          <a:ext cx="4038600" cy="3742576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0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Data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Frequency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 txBox="1">
            <a:spLocks/>
          </p:cNvSpPr>
          <p:nvPr/>
        </p:nvSpPr>
        <p:spPr>
          <a:xfrm>
            <a:off x="4648200" y="6519864"/>
            <a:ext cx="28956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000" dirty="0">
                <a:solidFill>
                  <a:schemeClr val="bg1"/>
                </a:solidFill>
                <a:ea typeface="+mn-ea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algn="ctr"/>
            <a:fld id="{CD371CE4-D717-44D6-8C70-10A97E456494}" type="slidenum">
              <a:rPr lang="en-US" altLang="en-US" smtClean="0"/>
              <a:pPr algn="ctr"/>
              <a:t>39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03712" y="260648"/>
            <a:ext cx="5181600" cy="685800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Example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Grouped data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Tx/>
              <a:buNone/>
            </a:pPr>
            <a:r>
              <a:rPr lang="en-US" altLang="en-US" sz="2800" dirty="0"/>
              <a:t>	Frequency distribution</a:t>
            </a:r>
          </a:p>
        </p:txBody>
      </p:sp>
      <p:graphicFrame>
        <p:nvGraphicFramePr>
          <p:cNvPr id="101380" name="Group 4"/>
          <p:cNvGraphicFramePr>
            <a:graphicFrameLocks noGrp="1"/>
          </p:cNvGraphicFramePr>
          <p:nvPr>
            <p:ph sz="half" idx="2"/>
          </p:nvPr>
        </p:nvGraphicFramePr>
        <p:xfrm>
          <a:off x="6172200" y="1828801"/>
          <a:ext cx="4038600" cy="3418855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Frequency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2.531 - 2.535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2.536 – 2.540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2.541 – 2.545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2.546 – 2.550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 txBox="1">
            <a:spLocks/>
          </p:cNvSpPr>
          <p:nvPr/>
        </p:nvSpPr>
        <p:spPr>
          <a:xfrm>
            <a:off x="4648200" y="6519864"/>
            <a:ext cx="28956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000" dirty="0">
                <a:solidFill>
                  <a:schemeClr val="bg1"/>
                </a:solidFill>
                <a:ea typeface="+mn-ea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648200" y="6519864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A7646076-43D1-4D2E-B8C0-8DE2B0A7119D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 algn="ctr"/>
              <a:t>40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/>
              <a:t>Frequency Distributions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11326"/>
            <a:ext cx="8229600" cy="4525963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A frequency distribution shows the number of observations falling into each of several ranges of values. </a:t>
            </a:r>
          </a:p>
          <a:p>
            <a:pPr algn="just" eaLnBrk="1" hangingPunct="1"/>
            <a:r>
              <a:rPr lang="en-US" altLang="en-US" sz="2800" dirty="0"/>
              <a:t>Frequency distributions are portrayed as </a:t>
            </a:r>
            <a:r>
              <a:rPr lang="en-US" altLang="en-US" sz="2800" b="1" dirty="0"/>
              <a:t>frequency tables, histograms, or polygons</a:t>
            </a:r>
            <a:r>
              <a:rPr lang="en-US" altLang="en-US" sz="2800" dirty="0"/>
              <a:t>. </a:t>
            </a:r>
          </a:p>
          <a:p>
            <a:pPr algn="just" eaLnBrk="1" hangingPunct="1"/>
            <a:r>
              <a:rPr lang="en-US" altLang="en-US" sz="2800" dirty="0"/>
              <a:t>Frequency distributions can show either the actual number of observations falling in each range or the percentage of observations. In the latter instance, the distribution is called a </a:t>
            </a:r>
            <a:r>
              <a:rPr lang="en-US" altLang="en-US" sz="2800" b="1" dirty="0"/>
              <a:t>relative frequency distribution.</a:t>
            </a:r>
            <a:r>
              <a:rPr lang="en-US" altLang="en-US" sz="2800" dirty="0"/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fld id="{CD371CE4-D717-44D6-8C70-10A97E456494}" type="slidenum">
              <a:rPr lang="en-US" altLang="en-US" smtClean="0"/>
              <a:pPr algn="ctr" fontAlgn="auto"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t>41</a:t>
            </a:fld>
            <a:endParaRPr lang="en-US" altLang="en-US" sz="1000" dirty="0">
              <a:solidFill>
                <a:schemeClr val="bg1"/>
              </a:solidFill>
              <a:ea typeface="+mn-ea"/>
            </a:endParaRP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484784"/>
            <a:ext cx="4824412" cy="4465166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Discrete Data: </a:t>
            </a:r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r>
              <a:rPr lang="en-US" altLang="en-US" sz="2800" dirty="0"/>
              <a:t>		</a:t>
            </a:r>
            <a:r>
              <a:rPr lang="en-US" altLang="en-US" sz="2400" dirty="0"/>
              <a:t>5 	7	 7 	1 	3 	2	8	6 	8	2 	4 	4 	9 	10 	2 	6 	3 	1 	6 	6 	9 	9 	7 	5 	7 	10 	8 	1 	5 	8 </a:t>
            </a:r>
          </a:p>
        </p:txBody>
      </p:sp>
      <p:pic>
        <p:nvPicPr>
          <p:cNvPr id="60419" name="Picture 5" descr="frequency-table_clip_image001_0001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2" t="4685" r="8019" b="4088"/>
          <a:stretch/>
        </p:blipFill>
        <p:spPr>
          <a:xfrm>
            <a:off x="6888089" y="1556793"/>
            <a:ext cx="3318139" cy="4716693"/>
          </a:xfrm>
          <a:noFill/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071665" y="260648"/>
            <a:ext cx="6048375" cy="685800"/>
          </a:xfr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Example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08664" y="6553200"/>
            <a:ext cx="484187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ACB6F78F-207F-41F9-9369-E7A78F7B7A1D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42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109668" name="Group 100"/>
          <p:cNvGraphicFramePr>
            <a:graphicFrameLocks noGrp="1"/>
          </p:cNvGraphicFramePr>
          <p:nvPr>
            <p:ph sz="half" idx="2"/>
          </p:nvPr>
        </p:nvGraphicFramePr>
        <p:xfrm>
          <a:off x="2321570" y="1530946"/>
          <a:ext cx="7662862" cy="4778375"/>
        </p:xfrm>
        <a:graphic>
          <a:graphicData uri="http://schemas.openxmlformats.org/drawingml/2006/table">
            <a:tbl>
              <a:tblPr/>
              <a:tblGrid>
                <a:gridCol w="1001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68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Marks</a:t>
                      </a:r>
                    </a:p>
                  </a:txBody>
                  <a:tcPr marT="45727" marB="4572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Frequency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Relative Frequency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Cumulative Frequency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(CF)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Percent (%) of CF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89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10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0.067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0.067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0.067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0.267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0.334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0.434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0.567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0.833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0.933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1.00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26.7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33.4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43.4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56.7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70.0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83.3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93.3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100.00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1.000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100.00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469" name="TextBox 2"/>
          <p:cNvSpPr txBox="1">
            <a:spLocks noChangeArrowheads="1"/>
          </p:cNvSpPr>
          <p:nvPr/>
        </p:nvSpPr>
        <p:spPr bwMode="auto">
          <a:xfrm>
            <a:off x="2063553" y="908720"/>
            <a:ext cx="57356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2800" dirty="0">
                <a:latin typeface="+mn-lt"/>
              </a:rPr>
              <a:t>Frequency distribution table (details):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fld id="{CD371CE4-D717-44D6-8C70-10A97E456494}" type="slidenum">
              <a:rPr lang="en-US" altLang="en-US" smtClean="0"/>
              <a:pPr/>
              <a:t>43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5561" y="1412777"/>
            <a:ext cx="7885243" cy="5762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Frequency distribution table for grouped data (discrete data):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9737" y="260648"/>
            <a:ext cx="4678363" cy="6477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Example</a:t>
            </a:r>
          </a:p>
        </p:txBody>
      </p:sp>
      <p:pic>
        <p:nvPicPr>
          <p:cNvPr id="62468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8" r="7083" b="11443"/>
          <a:stretch/>
        </p:blipFill>
        <p:spPr bwMode="auto">
          <a:xfrm>
            <a:off x="3144728" y="2404830"/>
            <a:ext cx="6263640" cy="4120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algn="ctr"/>
            <a:fld id="{CD371CE4-D717-44D6-8C70-10A97E456494}" type="slidenum">
              <a:rPr lang="en-US" altLang="en-US" smtClean="0"/>
              <a:pPr algn="ctr"/>
              <a:t>44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506688" y="294928"/>
            <a:ext cx="5181600" cy="685800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Example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9536" y="1773660"/>
            <a:ext cx="4038600" cy="3311525"/>
          </a:xfrm>
        </p:spPr>
        <p:txBody>
          <a:bodyPr/>
          <a:lstStyle/>
          <a:p>
            <a:pPr eaLnBrk="1" hangingPunct="1"/>
            <a:r>
              <a:rPr lang="en-US" altLang="en-US" sz="2800"/>
              <a:t>Continuous data: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 sz="2800"/>
          </a:p>
          <a:p>
            <a:pPr eaLnBrk="1" hangingPunct="1">
              <a:buFont typeface="Arial" pitchFamily="34" charset="0"/>
              <a:buNone/>
            </a:pPr>
            <a:r>
              <a:rPr lang="en-US" altLang="en-US" sz="2800"/>
              <a:t>5.1    14.6    10.3    17.0 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sz="2800"/>
              <a:t>12.1  18.3     21.4    15.4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sz="2800"/>
              <a:t>22.4  29.7    15.3     19.5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en-US" sz="2800"/>
              <a:t>23.3  28.1    16.9     24.9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 sz="2800">
              <a:solidFill>
                <a:srgbClr val="00B050"/>
              </a:solidFill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 sz="2800"/>
          </a:p>
          <a:p>
            <a:pPr eaLnBrk="1" hangingPunct="1">
              <a:buFont typeface="Arial" pitchFamily="34" charset="0"/>
              <a:buNone/>
            </a:pPr>
            <a:endParaRPr lang="en-US" altLang="en-US" sz="2800"/>
          </a:p>
        </p:txBody>
      </p:sp>
      <p:graphicFrame>
        <p:nvGraphicFramePr>
          <p:cNvPr id="113694" name="Group 30"/>
          <p:cNvGraphicFramePr>
            <a:graphicFrameLocks noGrp="1"/>
          </p:cNvGraphicFramePr>
          <p:nvPr>
            <p:ph sz="half" idx="2"/>
          </p:nvPr>
        </p:nvGraphicFramePr>
        <p:xfrm>
          <a:off x="6096000" y="2204865"/>
          <a:ext cx="4038600" cy="3868739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Class Interval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Frequency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 to &lt;10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10 to &lt;15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15 to &lt;20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53735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6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20 to &lt;25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25 to &lt;30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19536" y="1773660"/>
            <a:ext cx="403860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en-US" sz="2800" dirty="0"/>
              <a:t>Continuous data: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en-US" altLang="en-US" sz="2800" dirty="0"/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5.1</a:t>
            </a:r>
            <a:r>
              <a:rPr lang="en-US" altLang="en-US" sz="2800" dirty="0"/>
              <a:t>    </a:t>
            </a:r>
            <a:r>
              <a:rPr lang="en-US" altLang="en-US" sz="2800" dirty="0">
                <a:solidFill>
                  <a:srgbClr val="7030A0"/>
                </a:solidFill>
              </a:rPr>
              <a:t>14.6</a:t>
            </a:r>
            <a:r>
              <a:rPr lang="en-US" altLang="en-US" sz="2800" dirty="0"/>
              <a:t>    </a:t>
            </a:r>
            <a:r>
              <a:rPr lang="en-US" altLang="en-US" sz="2800" dirty="0">
                <a:solidFill>
                  <a:srgbClr val="7030A0"/>
                </a:solidFill>
              </a:rPr>
              <a:t>10.3</a:t>
            </a:r>
            <a:r>
              <a:rPr lang="en-US" altLang="en-US" sz="2800" dirty="0"/>
              <a:t>    </a:t>
            </a:r>
            <a:r>
              <a:rPr lang="en-US" altLang="en-US" sz="2800" dirty="0">
                <a:solidFill>
                  <a:srgbClr val="953735"/>
                </a:solidFill>
              </a:rPr>
              <a:t>17.0  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solidFill>
                  <a:srgbClr val="7030A0"/>
                </a:solidFill>
              </a:rPr>
              <a:t>12.1</a:t>
            </a:r>
            <a:r>
              <a:rPr lang="en-US" altLang="en-US" sz="2800" dirty="0"/>
              <a:t>  </a:t>
            </a:r>
            <a:r>
              <a:rPr lang="en-US" altLang="en-US" sz="2800" dirty="0">
                <a:solidFill>
                  <a:srgbClr val="953735"/>
                </a:solidFill>
              </a:rPr>
              <a:t>18.3</a:t>
            </a:r>
            <a:r>
              <a:rPr lang="en-US" altLang="en-US" sz="2800" dirty="0"/>
              <a:t>     </a:t>
            </a:r>
            <a:r>
              <a:rPr lang="en-US" altLang="en-US" sz="2800" dirty="0">
                <a:solidFill>
                  <a:srgbClr val="00B050"/>
                </a:solidFill>
              </a:rPr>
              <a:t>21.4 </a:t>
            </a:r>
            <a:r>
              <a:rPr lang="en-US" altLang="en-US" sz="2800" dirty="0"/>
              <a:t>   </a:t>
            </a:r>
            <a:r>
              <a:rPr lang="en-US" altLang="en-US" sz="2800" dirty="0">
                <a:solidFill>
                  <a:srgbClr val="953735"/>
                </a:solidFill>
              </a:rPr>
              <a:t>15.4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solidFill>
                  <a:srgbClr val="00B050"/>
                </a:solidFill>
              </a:rPr>
              <a:t>22.4</a:t>
            </a:r>
            <a:r>
              <a:rPr lang="en-US" altLang="en-US" sz="2800" dirty="0"/>
              <a:t>  </a:t>
            </a:r>
            <a:r>
              <a:rPr lang="en-US" altLang="en-US" sz="2800" dirty="0">
                <a:solidFill>
                  <a:srgbClr val="0070C0"/>
                </a:solidFill>
              </a:rPr>
              <a:t>29.7 </a:t>
            </a:r>
            <a:r>
              <a:rPr lang="en-US" altLang="en-US" sz="2800" dirty="0"/>
              <a:t>   </a:t>
            </a:r>
            <a:r>
              <a:rPr lang="en-US" altLang="en-US" sz="2800" dirty="0">
                <a:solidFill>
                  <a:srgbClr val="953735"/>
                </a:solidFill>
              </a:rPr>
              <a:t>15.3     19.5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solidFill>
                  <a:srgbClr val="00B050"/>
                </a:solidFill>
              </a:rPr>
              <a:t>23.3</a:t>
            </a:r>
            <a:r>
              <a:rPr lang="en-US" altLang="en-US" sz="2800" dirty="0"/>
              <a:t>  </a:t>
            </a:r>
            <a:r>
              <a:rPr lang="en-US" altLang="en-US" sz="2800" dirty="0">
                <a:solidFill>
                  <a:srgbClr val="0070C0"/>
                </a:solidFill>
              </a:rPr>
              <a:t>28.1</a:t>
            </a:r>
            <a:r>
              <a:rPr lang="en-US" altLang="en-US" sz="2800" dirty="0"/>
              <a:t>    </a:t>
            </a:r>
            <a:r>
              <a:rPr lang="en-US" altLang="en-US" sz="2800" dirty="0">
                <a:solidFill>
                  <a:srgbClr val="953735"/>
                </a:solidFill>
              </a:rPr>
              <a:t>16.9     </a:t>
            </a:r>
            <a:r>
              <a:rPr lang="en-US" altLang="en-US" sz="2800" dirty="0">
                <a:solidFill>
                  <a:srgbClr val="00B050"/>
                </a:solidFill>
              </a:rPr>
              <a:t>24.9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en-US" altLang="en-US" sz="2800" dirty="0">
              <a:solidFill>
                <a:srgbClr val="00B050"/>
              </a:solidFill>
            </a:endParaRP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en-US" altLang="en-US" sz="2800" dirty="0"/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fld id="{CD371CE4-D717-44D6-8C70-10A97E456494}" type="slidenum">
              <a:rPr lang="en-US" altLang="en-US" smtClean="0"/>
              <a:pPr/>
              <a:t>45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3071665" y="260648"/>
            <a:ext cx="6048375" cy="685800"/>
          </a:xfr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Example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1545" y="1412777"/>
            <a:ext cx="813593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Frequency table for grouped (continuous data):</a:t>
            </a:r>
          </a:p>
        </p:txBody>
      </p:sp>
      <p:pic>
        <p:nvPicPr>
          <p:cNvPr id="64516" name="Picture 1" descr="Screen Shot 2015-09-17 at 11.56.3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9" y="2132856"/>
            <a:ext cx="4896271" cy="405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325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5E622264-6CB6-4E69-875A-FE2D5488C033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46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338" y="274638"/>
            <a:ext cx="5986462" cy="8509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 err="1">
                <a:latin typeface="+mj-lt"/>
              </a:rPr>
              <a:t>Dotplots</a:t>
            </a:r>
            <a:endParaRPr lang="en-US" sz="4000" b="1" dirty="0">
              <a:latin typeface="+mj-lt"/>
            </a:endParaRP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6834" y="1268413"/>
            <a:ext cx="8641655" cy="5256931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2800" b="1" dirty="0">
                <a:ea typeface="ＭＳ Ｐゴシック" charset="0"/>
              </a:rPr>
              <a:t>When to use: </a:t>
            </a:r>
            <a:r>
              <a:rPr lang="en-US" sz="2800" dirty="0">
                <a:ea typeface="ＭＳ Ｐゴシック" charset="0"/>
              </a:rPr>
              <a:t>Small numerical data sets.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b="1" dirty="0">
                <a:ea typeface="ＭＳ Ｐゴシック" charset="0"/>
              </a:rPr>
              <a:t>How to construct</a:t>
            </a:r>
            <a:r>
              <a:rPr lang="en-US" sz="2800" dirty="0">
                <a:ea typeface="ＭＳ Ｐゴシック" charset="0"/>
              </a:rPr>
              <a:t>:</a:t>
            </a:r>
          </a:p>
          <a:p>
            <a:pPr marL="914400" lvl="1" indent="-457200">
              <a:buFont typeface="Arial" charset="0"/>
              <a:buAutoNum type="arabicPeriod"/>
              <a:defRPr/>
            </a:pPr>
            <a:r>
              <a:rPr lang="en-US" sz="2400" dirty="0">
                <a:ea typeface="ＭＳ Ｐゴシック" charset="0"/>
              </a:rPr>
              <a:t>Draw a horizontal line and mark it with an appropriate measurement scale.</a:t>
            </a:r>
          </a:p>
          <a:p>
            <a:pPr marL="914400" lvl="1" indent="-457200">
              <a:buFont typeface="Arial" charset="0"/>
              <a:buAutoNum type="arabicPeriod"/>
              <a:defRPr/>
            </a:pPr>
            <a:r>
              <a:rPr lang="en-US" sz="2400" dirty="0">
                <a:ea typeface="ＭＳ Ｐゴシック" charset="0"/>
              </a:rPr>
              <a:t>Locate each value in the data set along the measurement scale, and represent it by a dot. If there are two or more observations with the same value, stack the dots vertically.</a:t>
            </a:r>
          </a:p>
          <a:p>
            <a:pPr>
              <a:buFont typeface="Arial" charset="0"/>
              <a:buChar char="•"/>
              <a:defRPr/>
            </a:pPr>
            <a:r>
              <a:rPr lang="en-US" sz="2800" b="1" dirty="0">
                <a:ea typeface="ＭＳ Ｐゴシック" charset="0"/>
              </a:rPr>
              <a:t>What to look for:</a:t>
            </a:r>
          </a:p>
          <a:p>
            <a:pPr lvl="1">
              <a:buFont typeface="Wingdings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A representative or typical value in the data set.</a:t>
            </a:r>
          </a:p>
          <a:p>
            <a:pPr lvl="1">
              <a:buFont typeface="Wingdings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The extent to which the data values spread out.</a:t>
            </a:r>
          </a:p>
          <a:p>
            <a:pPr lvl="1">
              <a:buFont typeface="Wingdings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The nature of the distribution of values along the number line.</a:t>
            </a:r>
          </a:p>
          <a:p>
            <a:pPr lvl="1">
              <a:buFont typeface="Wingdings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The presence of unusual values in the data set.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325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53F1C3DB-F45C-46EE-9445-AA0437929F9D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47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338" y="274638"/>
            <a:ext cx="5986462" cy="8509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 err="1">
                <a:latin typeface="+mj-lt"/>
              </a:rPr>
              <a:t>Dotplots</a:t>
            </a:r>
            <a:endParaRPr lang="en-US" sz="4000" b="1" dirty="0">
              <a:latin typeface="+mj-lt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1268413"/>
            <a:ext cx="8435975" cy="4525962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A graphical data using dots. </a:t>
            </a:r>
          </a:p>
          <a:p>
            <a:pPr algn="just"/>
            <a:r>
              <a:rPr lang="en-US" altLang="en-US" sz="2800" b="1" dirty="0"/>
              <a:t>Example</a:t>
            </a:r>
            <a:r>
              <a:rPr lang="en-US" altLang="en-US" sz="2800" dirty="0"/>
              <a:t>: </a:t>
            </a:r>
            <a:r>
              <a:rPr lang="en-US" altLang="en-US" sz="2400" dirty="0"/>
              <a:t>Minutes To Eat Breakfast</a:t>
            </a:r>
          </a:p>
          <a:p>
            <a:pPr marL="400050" lvl="1" indent="0" algn="just">
              <a:buNone/>
            </a:pPr>
            <a:r>
              <a:rPr lang="en-US" altLang="en-US" sz="2000" dirty="0"/>
              <a:t>A survey of "How long does it take you to eat breakfast?" has these results:</a:t>
            </a:r>
          </a:p>
          <a:p>
            <a:pPr algn="just">
              <a:buFont typeface="Arial" pitchFamily="34" charset="0"/>
              <a:buNone/>
            </a:pPr>
            <a:endParaRPr lang="en-US" altLang="en-US" sz="2000" dirty="0"/>
          </a:p>
          <a:p>
            <a:pPr algn="just">
              <a:buFont typeface="Arial" pitchFamily="34" charset="0"/>
              <a:buNone/>
            </a:pPr>
            <a:endParaRPr lang="en-US" altLang="en-US" sz="2000" dirty="0"/>
          </a:p>
          <a:p>
            <a:pPr algn="just">
              <a:buFont typeface="Arial" pitchFamily="34" charset="0"/>
              <a:buNone/>
            </a:pPr>
            <a:endParaRPr lang="en-US" altLang="en-US" sz="2000" dirty="0"/>
          </a:p>
          <a:p>
            <a:pPr marL="400050" lvl="1" indent="0" algn="just">
              <a:buNone/>
            </a:pPr>
            <a:r>
              <a:rPr lang="en-US" altLang="en-US" sz="2000" dirty="0"/>
              <a:t>Which means that 6 people take 0 minutes to eat breakfast (they probably had no breakfast!), 2 people say they only spend 1 minute having breakfast, etc. The dot plot shown below,</a:t>
            </a:r>
          </a:p>
        </p:txBody>
      </p:sp>
      <p:pic>
        <p:nvPicPr>
          <p:cNvPr id="66564" name="Picture 1" descr="Screen Shot 2016-09-08 at 12.54.2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2708275"/>
            <a:ext cx="57658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2" descr="Screen Shot 2016-09-08 at 12.56.1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4" y="4868863"/>
            <a:ext cx="4321175" cy="157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167439" y="6553200"/>
            <a:ext cx="701675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82BA97B8-65AA-4005-86C4-47BDD9F21B51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48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74639"/>
            <a:ext cx="6130925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>
                <a:latin typeface="+mj-lt"/>
              </a:rPr>
              <a:t>Histograms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5188" y="1600201"/>
            <a:ext cx="8075612" cy="4525963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A histogram is the most commonly used graph to show frequency distributions. 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A histogram consists of a set of rectangles that represent the frequency in each categories.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It represents graphically the frequencies of the observed values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53200"/>
            <a:ext cx="484187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74109087-A022-4793-B32B-5435CBBFF2AA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49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4" y="1600201"/>
            <a:ext cx="8218487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What to look for: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/>
              <a:t>Central or typical value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/>
              <a:t>Extent of spread or variation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/>
              <a:t>General shape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/>
              <a:t>Location and number of peaks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/>
              <a:t>Presents of gap and outliers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74639"/>
            <a:ext cx="6130925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>
                <a:latin typeface="+mj-lt"/>
              </a:rPr>
              <a:t>Histograms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880100" y="6553200"/>
            <a:ext cx="62865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4661E1FB-A76B-40D0-BA6B-22EA34603E84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50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1927226"/>
            <a:ext cx="8569325" cy="4525963"/>
          </a:xfrm>
        </p:spPr>
        <p:txBody>
          <a:bodyPr/>
          <a:lstStyle/>
          <a:p>
            <a:pPr marL="514350" indent="-514350" eaLnBrk="1" hangingPunct="1">
              <a:buFontTx/>
              <a:buAutoNum type="circleNumDbPlain"/>
            </a:pPr>
            <a:r>
              <a:rPr lang="en-US" altLang="en-US" sz="2800" dirty="0"/>
              <a:t> Collect data and construct a tally sheet: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The number of cells should be between 5 and 20.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Use 5 to 9 cells when the number of observation &lt;100.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Use 8 to 17 (between 100 and 500).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Use 15 to 20 (&gt;500).</a:t>
            </a:r>
          </a:p>
          <a:p>
            <a:pPr marL="514350" indent="-514350" eaLnBrk="1" hangingPunct="1">
              <a:buFontTx/>
              <a:buAutoNum type="circleNumDbPlain"/>
            </a:pPr>
            <a:r>
              <a:rPr lang="en-US" altLang="en-US" sz="2800" dirty="0"/>
              <a:t>Determine the range: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i="1" dirty="0"/>
              <a:t>R =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h</a:t>
            </a:r>
            <a:r>
              <a:rPr lang="en-US" altLang="en-US" i="1" dirty="0"/>
              <a:t> – X</a:t>
            </a:r>
            <a:r>
              <a:rPr lang="en-US" altLang="en-US" i="1" baseline="-25000" dirty="0"/>
              <a:t>l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Where </a:t>
            </a:r>
            <a:r>
              <a:rPr lang="en-US" altLang="en-US" i="1" dirty="0"/>
              <a:t>R</a:t>
            </a:r>
            <a:r>
              <a:rPr lang="en-US" altLang="en-US" dirty="0"/>
              <a:t> = range,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h</a:t>
            </a:r>
            <a:r>
              <a:rPr lang="en-US" altLang="en-US" dirty="0"/>
              <a:t> = highest number,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l</a:t>
            </a:r>
            <a:r>
              <a:rPr lang="en-US" altLang="en-US" dirty="0"/>
              <a:t> = lowest number</a:t>
            </a:r>
          </a:p>
        </p:txBody>
      </p:sp>
      <p:sp>
        <p:nvSpPr>
          <p:cNvPr id="69635" name="Title 1"/>
          <p:cNvSpPr>
            <a:spLocks noGrp="1"/>
          </p:cNvSpPr>
          <p:nvPr>
            <p:ph type="title"/>
          </p:nvPr>
        </p:nvSpPr>
        <p:spPr>
          <a:xfrm>
            <a:off x="1847528" y="1268761"/>
            <a:ext cx="8229600" cy="638175"/>
          </a:xfrm>
        </p:spPr>
        <p:txBody>
          <a:bodyPr/>
          <a:lstStyle/>
          <a:p>
            <a:pPr algn="l"/>
            <a:r>
              <a:rPr lang="en-US" altLang="en-US" sz="2800" dirty="0">
                <a:latin typeface="+mn-lt"/>
              </a:rPr>
              <a:t>How to construct: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079876" y="274639"/>
            <a:ext cx="6130925" cy="7778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sz="4000" b="1">
                <a:latin typeface="+mj-lt"/>
              </a:rPr>
              <a:t>Histograms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167438" y="6553200"/>
            <a:ext cx="62865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556B0153-B008-4E8F-A1B9-53714056B256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51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568922"/>
            <a:ext cx="8291512" cy="4524375"/>
          </a:xfrm>
        </p:spPr>
        <p:txBody>
          <a:bodyPr/>
          <a:lstStyle/>
          <a:p>
            <a:pPr marL="514350" indent="-514350" algn="just" eaLnBrk="1" hangingPunct="1">
              <a:lnSpc>
                <a:spcPct val="90000"/>
              </a:lnSpc>
              <a:buFontTx/>
              <a:buAutoNum type="circleNumDbPlain" startAt="3"/>
            </a:pPr>
            <a:r>
              <a:rPr lang="en-US" altLang="en-US" sz="2800" dirty="0"/>
              <a:t>Determine the cell interval: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dirty="0"/>
              <a:t>The distance between adjacent cell midpoints.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dirty="0"/>
              <a:t>An </a:t>
            </a:r>
            <a:r>
              <a:rPr lang="en-US" altLang="en-US" sz="2400" dirty="0">
                <a:solidFill>
                  <a:srgbClr val="0000FF"/>
                </a:solidFill>
              </a:rPr>
              <a:t>odd interval is recommended</a:t>
            </a:r>
            <a:r>
              <a:rPr lang="en-US" altLang="en-US" sz="2400" dirty="0"/>
              <a:t>, so that the midpoint values will be the same number of decimal places as the data values.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dirty="0"/>
              <a:t>Sturgis’ rule: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en-US" altLang="en-US" sz="2400" dirty="0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en-US" altLang="en-US" sz="2400" dirty="0"/>
          </a:p>
          <a:p>
            <a:pPr marL="45720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/>
              <a:t>			(</a:t>
            </a:r>
            <a:r>
              <a:rPr lang="en-US" altLang="en-US" sz="2000" i="1" dirty="0"/>
              <a:t>n </a:t>
            </a:r>
            <a:r>
              <a:rPr lang="en-US" altLang="en-US" sz="2400" dirty="0"/>
              <a:t>= number of observations)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dirty="0"/>
              <a:t>Trial and error, </a:t>
            </a:r>
            <a:r>
              <a:rPr lang="en-US" altLang="en-US" sz="2000" i="1" dirty="0"/>
              <a:t>h = R/</a:t>
            </a:r>
            <a:r>
              <a:rPr lang="en-US" altLang="en-US" sz="2000" i="1" dirty="0" err="1"/>
              <a:t>i</a:t>
            </a:r>
            <a:endParaRPr lang="en-US" altLang="en-US" sz="2000" i="1" dirty="0"/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(</a:t>
            </a:r>
            <a:r>
              <a:rPr lang="en-US" altLang="en-US" sz="2000" i="1" dirty="0"/>
              <a:t>h </a:t>
            </a:r>
            <a:r>
              <a:rPr lang="en-US" altLang="en-US" sz="2400" dirty="0"/>
              <a:t>= number of cells, </a:t>
            </a:r>
            <a:r>
              <a:rPr lang="en-US" altLang="en-US" sz="2000" i="1" dirty="0"/>
              <a:t>R </a:t>
            </a:r>
            <a:r>
              <a:rPr lang="en-US" altLang="en-US" sz="2400" dirty="0"/>
              <a:t>= range)</a:t>
            </a:r>
          </a:p>
        </p:txBody>
      </p:sp>
      <p:graphicFrame>
        <p:nvGraphicFramePr>
          <p:cNvPr id="70659" name="Object 4"/>
          <p:cNvGraphicFramePr>
            <a:graphicFrameLocks noChangeAspect="1"/>
          </p:cNvGraphicFramePr>
          <p:nvPr/>
        </p:nvGraphicFramePr>
        <p:xfrm>
          <a:off x="4932784" y="3717032"/>
          <a:ext cx="28194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19100" progId="Equation.3">
                  <p:embed/>
                </p:oleObj>
              </mc:Choice>
              <mc:Fallback>
                <p:oleObj name="Equation" r:id="rId2" imgW="1104900" imgH="419100" progId="Equation.3">
                  <p:embed/>
                  <p:pic>
                    <p:nvPicPr>
                      <p:cNvPr id="7065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784" y="3717032"/>
                        <a:ext cx="281940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74639"/>
            <a:ext cx="6130925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>
                <a:latin typeface="+mj-lt"/>
              </a:rPr>
              <a:t>Histograms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53200"/>
            <a:ext cx="484187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2517A283-2BE8-4976-8C9B-9B51611EEEF4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52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1711350"/>
            <a:ext cx="8435975" cy="4525962"/>
          </a:xfrm>
        </p:spPr>
        <p:txBody>
          <a:bodyPr/>
          <a:lstStyle/>
          <a:p>
            <a:pPr marL="514350" indent="-514350" algn="just" eaLnBrk="1" hangingPunct="1">
              <a:buFontTx/>
              <a:buAutoNum type="circleNumDbPlain" startAt="4"/>
            </a:pPr>
            <a:r>
              <a:rPr lang="en-US" altLang="en-US" sz="2800" dirty="0"/>
              <a:t>Determine the cell midpoint: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The lowest cell midpoint must be located to include the lowest data value in its cell.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The simplest technique is to select the lowest data point as the midpoint value for the first cell.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Use formula:</a:t>
            </a:r>
          </a:p>
          <a:p>
            <a:pPr lvl="1" algn="just" eaLnBrk="1" hangingPunct="1"/>
            <a:endParaRPr lang="en-US" altLang="en-US" sz="2400" dirty="0"/>
          </a:p>
          <a:p>
            <a:pPr lvl="1" algn="just" eaLnBrk="1" hangingPunct="1">
              <a:buFontTx/>
              <a:buNone/>
            </a:pPr>
            <a:endParaRPr lang="en-US" altLang="en-US" sz="2400" dirty="0"/>
          </a:p>
          <a:p>
            <a:pPr lvl="1" algn="just" eaLnBrk="1" hangingPunct="1">
              <a:buFontTx/>
              <a:buNone/>
            </a:pPr>
            <a:r>
              <a:rPr lang="en-US" altLang="en-US" sz="2400" dirty="0"/>
              <a:t>	(do not round-up/down the answer)</a:t>
            </a:r>
          </a:p>
          <a:p>
            <a:pPr lvl="1" algn="just" eaLnBrk="1" hangingPunct="1"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000" i="1" dirty="0" err="1">
                <a:cs typeface="Times New Roman" pitchFamily="18" charset="0"/>
              </a:rPr>
              <a:t>MP</a:t>
            </a:r>
            <a:r>
              <a:rPr lang="en-US" altLang="en-US" sz="2000" i="1" baseline="-25000" dirty="0" err="1">
                <a:cs typeface="Times New Roman" pitchFamily="18" charset="0"/>
              </a:rPr>
              <a:t>l</a:t>
            </a:r>
            <a:r>
              <a:rPr lang="en-US" altLang="en-US" sz="2000" i="1" baseline="-25000" dirty="0"/>
              <a:t> </a:t>
            </a:r>
            <a:r>
              <a:rPr lang="en-US" altLang="en-US" sz="2400" dirty="0"/>
              <a:t>= midpoint for lowest cell</a:t>
            </a:r>
          </a:p>
          <a:p>
            <a:pPr lvl="1" algn="just" eaLnBrk="1" hangingPunct="1">
              <a:buFont typeface="Arial" pitchFamily="34" charset="0"/>
              <a:buNone/>
            </a:pPr>
            <a:endParaRPr lang="en-US" altLang="en-US" sz="2400" dirty="0"/>
          </a:p>
        </p:txBody>
      </p:sp>
      <p:graphicFrame>
        <p:nvGraphicFramePr>
          <p:cNvPr id="71683" name="Object 4"/>
          <p:cNvGraphicFramePr>
            <a:graphicFrameLocks noChangeAspect="1"/>
          </p:cNvGraphicFramePr>
          <p:nvPr/>
        </p:nvGraphicFramePr>
        <p:xfrm>
          <a:off x="4367808" y="4221089"/>
          <a:ext cx="19050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531" imgH="393529" progId="Equation.3">
                  <p:embed/>
                </p:oleObj>
              </mc:Choice>
              <mc:Fallback>
                <p:oleObj name="Equation" r:id="rId2" imgW="850531" imgH="393529" progId="Equation.3">
                  <p:embed/>
                  <p:pic>
                    <p:nvPicPr>
                      <p:cNvPr id="7168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4221089"/>
                        <a:ext cx="19050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74639"/>
            <a:ext cx="6130925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>
                <a:latin typeface="+mj-lt"/>
              </a:rPr>
              <a:t>Histograms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53200"/>
            <a:ext cx="484187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1E627476-3FE5-4446-96CC-4EA08DE7EE67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53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484784"/>
            <a:ext cx="8362950" cy="4608512"/>
          </a:xfrm>
        </p:spPr>
        <p:txBody>
          <a:bodyPr/>
          <a:lstStyle/>
          <a:p>
            <a:pPr marL="514350" indent="-514350" algn="just" eaLnBrk="1" hangingPunct="1">
              <a:buFont typeface="+mj-ea"/>
              <a:buAutoNum type="circleNumDbPlain" startAt="5"/>
              <a:defRPr/>
            </a:pPr>
            <a:r>
              <a:rPr lang="en-US" sz="2800" dirty="0">
                <a:ea typeface="ＭＳ Ｐゴシック" charset="0"/>
              </a:rPr>
              <a:t>Determine the cell boundaries: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Cell boundaries are the extreme or limit values of a cell (upper boundary and lower boundary)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All the observations that fall between the upper and lower boundaries are classified into that particular cell.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The boundary values are an extra decimal place or significant figure in accuracy than the observed values</a:t>
            </a:r>
          </a:p>
          <a:p>
            <a:pPr marL="514350" indent="-514350" algn="just" eaLnBrk="1" hangingPunct="1">
              <a:buFont typeface="+mj-ea"/>
              <a:buAutoNum type="circleNumDbPlain" startAt="6"/>
              <a:defRPr/>
            </a:pPr>
            <a:r>
              <a:rPr lang="en-US" sz="2800" dirty="0">
                <a:ea typeface="ＭＳ Ｐゴシック" charset="0"/>
              </a:rPr>
              <a:t>Post the cell frequency.</a:t>
            </a:r>
          </a:p>
          <a:p>
            <a:pPr marL="514350" indent="-514350" algn="just" eaLnBrk="1" hangingPunct="1">
              <a:buFont typeface="+mj-ea"/>
              <a:buAutoNum type="circleNumDbPlain" startAt="6"/>
              <a:defRPr/>
            </a:pPr>
            <a:r>
              <a:rPr lang="en-US" sz="2800" dirty="0">
                <a:ea typeface="ＭＳ Ｐゴシック" charset="0"/>
              </a:rPr>
              <a:t>Construct the histogram.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74639"/>
            <a:ext cx="6130925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>
                <a:latin typeface="+mj-lt"/>
              </a:rPr>
              <a:t>Histograms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553200"/>
            <a:ext cx="62865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F4A1CC84-485D-4681-8B9D-E936C27FA22E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54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215680" y="1844825"/>
            <a:ext cx="6294438" cy="3998913"/>
            <a:chOff x="533400" y="1828800"/>
            <a:chExt cx="6294438" cy="3998913"/>
          </a:xfrm>
        </p:grpSpPr>
        <p:sp>
          <p:nvSpPr>
            <p:cNvPr id="73730" name="Line 3"/>
            <p:cNvSpPr>
              <a:spLocks noChangeShapeType="1"/>
            </p:cNvSpPr>
            <p:nvPr/>
          </p:nvSpPr>
          <p:spPr bwMode="auto">
            <a:xfrm>
              <a:off x="1905000" y="5029200"/>
              <a:ext cx="34718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31" name="Rectangle 4"/>
            <p:cNvSpPr>
              <a:spLocks noChangeArrowheads="1"/>
            </p:cNvSpPr>
            <p:nvPr/>
          </p:nvSpPr>
          <p:spPr bwMode="auto">
            <a:xfrm>
              <a:off x="2667000" y="3733800"/>
              <a:ext cx="962025" cy="12922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AU" altLang="en-US" sz="2000">
                <a:latin typeface="+mn-lt"/>
              </a:endParaRPr>
            </a:p>
          </p:txBody>
        </p:sp>
        <p:sp>
          <p:nvSpPr>
            <p:cNvPr id="73732" name="Line 5"/>
            <p:cNvSpPr>
              <a:spLocks noChangeShapeType="1"/>
            </p:cNvSpPr>
            <p:nvPr/>
          </p:nvSpPr>
          <p:spPr bwMode="auto">
            <a:xfrm flipV="1">
              <a:off x="3116263" y="4835525"/>
              <a:ext cx="0" cy="1698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33" name="Rectangle 6"/>
            <p:cNvSpPr>
              <a:spLocks noChangeArrowheads="1"/>
            </p:cNvSpPr>
            <p:nvPr/>
          </p:nvSpPr>
          <p:spPr bwMode="auto">
            <a:xfrm>
              <a:off x="3581400" y="3124200"/>
              <a:ext cx="960438" cy="19050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AU" altLang="en-US" sz="2000">
                <a:latin typeface="+mn-lt"/>
              </a:endParaRPr>
            </a:p>
          </p:txBody>
        </p:sp>
        <p:sp>
          <p:nvSpPr>
            <p:cNvPr id="73734" name="Line 7"/>
            <p:cNvSpPr>
              <a:spLocks noChangeShapeType="1"/>
            </p:cNvSpPr>
            <p:nvPr/>
          </p:nvSpPr>
          <p:spPr bwMode="auto">
            <a:xfrm flipV="1">
              <a:off x="4076700" y="4835525"/>
              <a:ext cx="0" cy="1698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35" name="Line 8"/>
            <p:cNvSpPr>
              <a:spLocks noChangeShapeType="1"/>
            </p:cNvSpPr>
            <p:nvPr/>
          </p:nvSpPr>
          <p:spPr bwMode="auto">
            <a:xfrm flipV="1">
              <a:off x="3124200" y="1981200"/>
              <a:ext cx="0" cy="2743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36" name="Line 9"/>
            <p:cNvSpPr>
              <a:spLocks noChangeShapeType="1"/>
            </p:cNvSpPr>
            <p:nvPr/>
          </p:nvSpPr>
          <p:spPr bwMode="auto">
            <a:xfrm>
              <a:off x="4038600" y="1981200"/>
              <a:ext cx="0" cy="2743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37" name="Line 10"/>
            <p:cNvSpPr>
              <a:spLocks noChangeShapeType="1"/>
            </p:cNvSpPr>
            <p:nvPr/>
          </p:nvSpPr>
          <p:spPr bwMode="auto">
            <a:xfrm>
              <a:off x="3124200" y="2667000"/>
              <a:ext cx="9144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38" name="Text Box 11"/>
            <p:cNvSpPr txBox="1">
              <a:spLocks noChangeArrowheads="1"/>
            </p:cNvSpPr>
            <p:nvPr/>
          </p:nvSpPr>
          <p:spPr bwMode="auto">
            <a:xfrm>
              <a:off x="3083445" y="1828800"/>
              <a:ext cx="1122363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Interval</a:t>
              </a:r>
            </a:p>
          </p:txBody>
        </p:sp>
        <p:sp>
          <p:nvSpPr>
            <p:cNvPr id="73739" name="Line 12"/>
            <p:cNvSpPr>
              <a:spLocks noChangeShapeType="1"/>
            </p:cNvSpPr>
            <p:nvPr/>
          </p:nvSpPr>
          <p:spPr bwMode="auto">
            <a:xfrm>
              <a:off x="1600200" y="3048000"/>
              <a:ext cx="1371600" cy="11430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40" name="Text Box 13"/>
            <p:cNvSpPr txBox="1">
              <a:spLocks noChangeArrowheads="1"/>
            </p:cNvSpPr>
            <p:nvPr/>
          </p:nvSpPr>
          <p:spPr bwMode="auto">
            <a:xfrm>
              <a:off x="1371600" y="2667000"/>
              <a:ext cx="90805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Cell</a:t>
              </a:r>
            </a:p>
          </p:txBody>
        </p:sp>
        <p:sp>
          <p:nvSpPr>
            <p:cNvPr id="73741" name="Line 14"/>
            <p:cNvSpPr>
              <a:spLocks noChangeShapeType="1"/>
            </p:cNvSpPr>
            <p:nvPr/>
          </p:nvSpPr>
          <p:spPr bwMode="auto">
            <a:xfrm flipH="1">
              <a:off x="3200400" y="3505200"/>
              <a:ext cx="2078038" cy="1463675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42" name="Line 15"/>
            <p:cNvSpPr>
              <a:spLocks noChangeShapeType="1"/>
            </p:cNvSpPr>
            <p:nvPr/>
          </p:nvSpPr>
          <p:spPr bwMode="auto">
            <a:xfrm flipH="1">
              <a:off x="4191000" y="3505200"/>
              <a:ext cx="1087438" cy="144780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43" name="Text Box 16"/>
            <p:cNvSpPr txBox="1">
              <a:spLocks noChangeArrowheads="1"/>
            </p:cNvSpPr>
            <p:nvPr/>
          </p:nvSpPr>
          <p:spPr bwMode="auto">
            <a:xfrm>
              <a:off x="5224463" y="3057525"/>
              <a:ext cx="1603375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Midpoint</a:t>
              </a:r>
            </a:p>
          </p:txBody>
        </p:sp>
        <p:sp>
          <p:nvSpPr>
            <p:cNvPr id="73744" name="Line 17"/>
            <p:cNvSpPr>
              <a:spLocks noChangeShapeType="1"/>
            </p:cNvSpPr>
            <p:nvPr/>
          </p:nvSpPr>
          <p:spPr bwMode="auto">
            <a:xfrm>
              <a:off x="1219200" y="4343400"/>
              <a:ext cx="1443038" cy="646113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45" name="Text Box 18"/>
            <p:cNvSpPr txBox="1">
              <a:spLocks noChangeArrowheads="1"/>
            </p:cNvSpPr>
            <p:nvPr/>
          </p:nvSpPr>
          <p:spPr bwMode="auto">
            <a:xfrm>
              <a:off x="533400" y="3429000"/>
              <a:ext cx="1870075" cy="10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2000">
                  <a:latin typeface="+mn-lt"/>
                </a:rPr>
                <a:t>Lower</a:t>
              </a:r>
            </a:p>
            <a:p>
              <a:pPr eaLnBrk="1" hangingPunct="1"/>
              <a:r>
                <a:rPr lang="en-US" altLang="en-US" sz="2000">
                  <a:latin typeface="+mn-lt"/>
                </a:rPr>
                <a:t>boundary</a:t>
              </a:r>
            </a:p>
          </p:txBody>
        </p:sp>
        <p:sp>
          <p:nvSpPr>
            <p:cNvPr id="73746" name="Line 19"/>
            <p:cNvSpPr>
              <a:spLocks noChangeShapeType="1"/>
            </p:cNvSpPr>
            <p:nvPr/>
          </p:nvSpPr>
          <p:spPr bwMode="auto">
            <a:xfrm flipH="1" flipV="1">
              <a:off x="3581400" y="5029200"/>
              <a:ext cx="762000" cy="3048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000">
                <a:latin typeface="+mn-lt"/>
              </a:endParaRPr>
            </a:p>
          </p:txBody>
        </p:sp>
        <p:sp>
          <p:nvSpPr>
            <p:cNvPr id="73747" name="Text Box 20"/>
            <p:cNvSpPr txBox="1">
              <a:spLocks noChangeArrowheads="1"/>
            </p:cNvSpPr>
            <p:nvPr/>
          </p:nvSpPr>
          <p:spPr bwMode="auto">
            <a:xfrm>
              <a:off x="4419600" y="5257800"/>
              <a:ext cx="1870075" cy="569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2000">
                  <a:latin typeface="+mn-lt"/>
                </a:rPr>
                <a:t>Upper boundary</a:t>
              </a:r>
            </a:p>
          </p:txBody>
        </p:sp>
      </p:grp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74639"/>
            <a:ext cx="6130925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>
                <a:latin typeface="+mj-lt"/>
              </a:rPr>
              <a:t>Histograms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19864"/>
            <a:ext cx="53816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4FB4AD40-DDF8-45EC-9842-51CC98A00081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/>
              <a:t>55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3863976" y="115889"/>
            <a:ext cx="6624513" cy="504825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rPr>
              <a:t>Example: </a:t>
            </a:r>
            <a:r>
              <a:rPr lang="en-US" sz="2800" dirty="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rPr>
              <a:t>Data of Steel Shaft Weight (kg)</a:t>
            </a:r>
            <a:endParaRPr lang="en-US" sz="2800" b="1" dirty="0">
              <a:solidFill>
                <a:schemeClr val="tx1"/>
              </a:solidFill>
              <a:latin typeface="+mj-lt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120835" name="Group 3"/>
          <p:cNvGraphicFramePr>
            <a:graphicFrameLocks noGrp="1"/>
          </p:cNvGraphicFramePr>
          <p:nvPr>
            <p:ph idx="1"/>
          </p:nvPr>
        </p:nvGraphicFramePr>
        <p:xfrm>
          <a:off x="1847851" y="1052513"/>
          <a:ext cx="8208963" cy="5364192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2.559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2.538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2.575 (highest)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2.545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2.559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2.570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2.531 (lowest)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2.563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2.554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charset="0"/>
                          <a:ea typeface="ＭＳ Ｐゴシック" charset="0"/>
                          <a:cs typeface="ＭＳ Ｐゴシック" charset="0"/>
                        </a:rPr>
                        <a:t>2.544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11" marB="4571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4893" name="Rectangle 1"/>
          <p:cNvSpPr>
            <a:spLocks noChangeArrowheads="1"/>
          </p:cNvSpPr>
          <p:nvPr/>
        </p:nvSpPr>
        <p:spPr bwMode="auto">
          <a:xfrm>
            <a:off x="1990725" y="666750"/>
            <a:ext cx="4603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2000" dirty="0"/>
              <a:t>Draw the histogram for the following data.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453189"/>
            <a:ext cx="539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7C49E23A-68D4-4CE6-84EB-207C0F532FE8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/>
              <a:t>56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2639617" y="726976"/>
            <a:ext cx="6839545" cy="685800"/>
          </a:xfr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457200" indent="-457200" algn="l" eaLnBrk="1" hangingPunct="1">
              <a:buFontTx/>
              <a:buAutoNum type="circleNumDbPlain"/>
            </a:pPr>
            <a:r>
              <a:rPr lang="en-US" altLang="en-US" sz="2800" dirty="0">
                <a:solidFill>
                  <a:schemeClr val="tx1"/>
                </a:solidFill>
                <a:ea typeface="MS PGothic" pitchFamily="34" charset="-128"/>
              </a:rPr>
              <a:t>Calculate the frequency – used tally sheet.</a:t>
            </a:r>
          </a:p>
        </p:txBody>
      </p:sp>
      <p:sp>
        <p:nvSpPr>
          <p:cNvPr id="75779" name="Line 3"/>
          <p:cNvSpPr>
            <a:spLocks noChangeShapeType="1"/>
          </p:cNvSpPr>
          <p:nvPr/>
        </p:nvSpPr>
        <p:spPr bwMode="auto">
          <a:xfrm>
            <a:off x="5648326" y="2589213"/>
            <a:ext cx="174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auto">
          <a:xfrm>
            <a:off x="5648326" y="3044825"/>
            <a:ext cx="174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781" name="Line 5"/>
          <p:cNvSpPr>
            <a:spLocks noChangeShapeType="1"/>
          </p:cNvSpPr>
          <p:nvPr/>
        </p:nvSpPr>
        <p:spPr bwMode="auto">
          <a:xfrm>
            <a:off x="5648326" y="4867275"/>
            <a:ext cx="174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782" name="Line 6"/>
          <p:cNvSpPr>
            <a:spLocks noChangeShapeType="1"/>
          </p:cNvSpPr>
          <p:nvPr/>
        </p:nvSpPr>
        <p:spPr bwMode="auto">
          <a:xfrm>
            <a:off x="5648326" y="6234113"/>
            <a:ext cx="174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783" name="Rectangle 8"/>
          <p:cNvSpPr>
            <a:spLocks noChangeArrowheads="1"/>
          </p:cNvSpPr>
          <p:nvPr/>
        </p:nvSpPr>
        <p:spPr bwMode="auto">
          <a:xfrm>
            <a:off x="3568701" y="-2159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  <p:sp>
        <p:nvSpPr>
          <p:cNvPr id="75784" name="Rectangle 9"/>
          <p:cNvSpPr>
            <a:spLocks noChangeArrowheads="1"/>
          </p:cNvSpPr>
          <p:nvPr/>
        </p:nvSpPr>
        <p:spPr bwMode="auto">
          <a:xfrm>
            <a:off x="3568701" y="-2159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  <p:sp>
        <p:nvSpPr>
          <p:cNvPr id="75785" name="Rectangle 10"/>
          <p:cNvSpPr>
            <a:spLocks noChangeArrowheads="1"/>
          </p:cNvSpPr>
          <p:nvPr/>
        </p:nvSpPr>
        <p:spPr bwMode="auto">
          <a:xfrm>
            <a:off x="3568701" y="-2159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  <p:sp>
        <p:nvSpPr>
          <p:cNvPr id="75786" name="Rectangle 11"/>
          <p:cNvSpPr>
            <a:spLocks noChangeArrowheads="1"/>
          </p:cNvSpPr>
          <p:nvPr/>
        </p:nvSpPr>
        <p:spPr bwMode="auto">
          <a:xfrm>
            <a:off x="3568701" y="-2159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  <p:sp>
        <p:nvSpPr>
          <p:cNvPr id="75787" name="Rectangle 12"/>
          <p:cNvSpPr>
            <a:spLocks noChangeArrowheads="1"/>
          </p:cNvSpPr>
          <p:nvPr/>
        </p:nvSpPr>
        <p:spPr bwMode="auto">
          <a:xfrm>
            <a:off x="3568701" y="-2159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  <p:sp>
        <p:nvSpPr>
          <p:cNvPr id="75788" name="Rectangle 13"/>
          <p:cNvSpPr>
            <a:spLocks noChangeArrowheads="1"/>
          </p:cNvSpPr>
          <p:nvPr/>
        </p:nvSpPr>
        <p:spPr bwMode="auto">
          <a:xfrm>
            <a:off x="3568701" y="-2159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  <p:graphicFrame>
        <p:nvGraphicFramePr>
          <p:cNvPr id="121870" name="Group 14"/>
          <p:cNvGraphicFramePr>
            <a:graphicFrameLocks noGrp="1"/>
          </p:cNvGraphicFramePr>
          <p:nvPr>
            <p:ph type="tbl" idx="1"/>
          </p:nvPr>
        </p:nvGraphicFramePr>
        <p:xfrm>
          <a:off x="2135560" y="1484784"/>
          <a:ext cx="8106540" cy="4876800"/>
        </p:xfrm>
        <a:graphic>
          <a:graphicData uri="http://schemas.openxmlformats.org/drawingml/2006/table">
            <a:tbl>
              <a:tblPr/>
              <a:tblGrid>
                <a:gridCol w="741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3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4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4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32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74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Weight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Tabulation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Frequency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Weight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Tabulation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Frequency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Weight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Tabulation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Frequency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2.536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  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2.537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  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2.539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||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5961" name="Line 186"/>
          <p:cNvSpPr>
            <a:spLocks noChangeShapeType="1"/>
          </p:cNvSpPr>
          <p:nvPr/>
        </p:nvSpPr>
        <p:spPr bwMode="auto">
          <a:xfrm>
            <a:off x="56388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962" name="Line 187"/>
          <p:cNvSpPr>
            <a:spLocks noChangeShapeType="1"/>
          </p:cNvSpPr>
          <p:nvPr/>
        </p:nvSpPr>
        <p:spPr bwMode="auto">
          <a:xfrm>
            <a:off x="57150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963" name="Line 188"/>
          <p:cNvSpPr>
            <a:spLocks noChangeShapeType="1"/>
          </p:cNvSpPr>
          <p:nvPr/>
        </p:nvSpPr>
        <p:spPr bwMode="auto">
          <a:xfrm>
            <a:off x="5791200" y="4953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964" name="Line 189"/>
          <p:cNvSpPr>
            <a:spLocks noChangeShapeType="1"/>
          </p:cNvSpPr>
          <p:nvPr/>
        </p:nvSpPr>
        <p:spPr bwMode="auto">
          <a:xfrm>
            <a:off x="5791200" y="5867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965" name="Line 190"/>
          <p:cNvSpPr>
            <a:spLocks noChangeShapeType="1"/>
          </p:cNvSpPr>
          <p:nvPr/>
        </p:nvSpPr>
        <p:spPr bwMode="auto">
          <a:xfrm>
            <a:off x="5791200" y="6172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966" name="Line 191"/>
          <p:cNvSpPr>
            <a:spLocks noChangeShapeType="1"/>
          </p:cNvSpPr>
          <p:nvPr/>
        </p:nvSpPr>
        <p:spPr bwMode="auto">
          <a:xfrm>
            <a:off x="8839200" y="1905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fld id="{CD371CE4-D717-44D6-8C70-10A97E456494}" type="slidenum">
              <a:rPr lang="en-US" altLang="en-US" smtClean="0"/>
              <a:pPr/>
              <a:t>57</a:t>
            </a:fld>
            <a:endParaRPr lang="en-US" altLang="en-US" sz="1000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849" y="981075"/>
            <a:ext cx="7272486" cy="6858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457200" indent="-457200" algn="l" eaLnBrk="1" hangingPunct="1">
              <a:buFont typeface="+mj-ea"/>
              <a:buAutoNum type="circleNumDbPlain" startAt="2"/>
              <a:defRPr/>
            </a:pPr>
            <a:r>
              <a:rPr lang="en-US" sz="2800" dirty="0">
                <a:solidFill>
                  <a:schemeClr val="tx1"/>
                </a:solidFill>
              </a:rPr>
              <a:t>Calculate the range.</a:t>
            </a:r>
          </a:p>
        </p:txBody>
      </p:sp>
      <p:graphicFrame>
        <p:nvGraphicFramePr>
          <p:cNvPr id="7680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647728" y="1700808"/>
          <a:ext cx="2841612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647700" progId="Equation.3">
                  <p:embed/>
                </p:oleObj>
              </mc:Choice>
              <mc:Fallback>
                <p:oleObj name="Equation" r:id="rId2" imgW="1104900" imgH="647700" progId="Equation.3">
                  <p:embed/>
                  <p:pic>
                    <p:nvPicPr>
                      <p:cNvPr id="7680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1700808"/>
                        <a:ext cx="2841612" cy="1296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063552" y="3079224"/>
            <a:ext cx="7272486" cy="685800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457200" indent="-4572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lang="en-US" altLang="en-US" sz="2800" dirty="0">
                <a:latin typeface="+mn-lt"/>
              </a:rPr>
              <a:t>Calculate the cell interval – use Sturgis’ rule.</a:t>
            </a:r>
          </a:p>
        </p:txBody>
      </p:sp>
      <p:graphicFrame>
        <p:nvGraphicFramePr>
          <p:cNvPr id="76805" name="Object 4"/>
          <p:cNvGraphicFramePr>
            <a:graphicFrameLocks noChangeAspect="1"/>
          </p:cNvGraphicFramePr>
          <p:nvPr/>
        </p:nvGraphicFramePr>
        <p:xfrm>
          <a:off x="2855640" y="3862246"/>
          <a:ext cx="6696744" cy="187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400" imgH="863600" progId="Equation.3">
                  <p:embed/>
                </p:oleObj>
              </mc:Choice>
              <mc:Fallback>
                <p:oleObj name="Equation" r:id="rId4" imgW="2946400" imgH="863600" progId="Equation.3">
                  <p:embed/>
                  <p:pic>
                    <p:nvPicPr>
                      <p:cNvPr id="7680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3862246"/>
                        <a:ext cx="6696744" cy="1871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fld id="{CD371CE4-D717-44D6-8C70-10A97E456494}" type="slidenum">
              <a:rPr lang="en-US" altLang="en-US" smtClean="0"/>
              <a:pPr/>
              <a:t>58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47851" y="1412776"/>
            <a:ext cx="8640763" cy="3759298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Trial and error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Based on the guidelines, 0.005 will give the best presentation of the data.</a:t>
            </a:r>
          </a:p>
        </p:txBody>
      </p:sp>
      <p:graphicFrame>
        <p:nvGraphicFramePr>
          <p:cNvPr id="77827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079750" y="2970213"/>
          <a:ext cx="4191000" cy="254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600" imgH="1219200" progId="Equation.3">
                  <p:embed/>
                </p:oleObj>
              </mc:Choice>
              <mc:Fallback>
                <p:oleObj name="Equation" r:id="rId2" imgW="2006600" imgH="1219200" progId="Equation.3">
                  <p:embed/>
                  <p:pic>
                    <p:nvPicPr>
                      <p:cNvPr id="778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970213"/>
                        <a:ext cx="4191000" cy="254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2927350" y="3884613"/>
            <a:ext cx="4343400" cy="838200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fld id="{CD371CE4-D717-44D6-8C70-10A97E456494}" type="slidenum">
              <a:rPr lang="en-US" altLang="en-US" smtClean="0"/>
              <a:pPr/>
              <a:t>59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9289" y="1844824"/>
            <a:ext cx="5616575" cy="419100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The simplest technique is to select the lowest data point (2.531) as the midpoint value for the first cell.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A better technique is to use the formula:</a:t>
            </a:r>
          </a:p>
        </p:txBody>
      </p:sp>
      <p:graphicFrame>
        <p:nvGraphicFramePr>
          <p:cNvPr id="78851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279650" y="4508500"/>
          <a:ext cx="49085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100" imgH="393700" progId="Equation.3">
                  <p:embed/>
                </p:oleObj>
              </mc:Choice>
              <mc:Fallback>
                <p:oleObj name="Equation" r:id="rId2" imgW="2324100" imgH="393700" progId="Equation.3">
                  <p:embed/>
                  <p:pic>
                    <p:nvPicPr>
                      <p:cNvPr id="788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508500"/>
                        <a:ext cx="49085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063751" y="908050"/>
            <a:ext cx="6551613" cy="685800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 eaLnBrk="1" hangingPunct="1">
              <a:buFont typeface="+mj-ea"/>
              <a:buAutoNum type="circleNumDbPlain" startAt="4"/>
              <a:defRPr/>
            </a:pPr>
            <a:r>
              <a:rPr lang="en-US" sz="2800" dirty="0">
                <a:solidFill>
                  <a:schemeClr val="tx1"/>
                </a:solidFill>
              </a:rPr>
              <a:t>Calculate the cell midpoint. </a:t>
            </a:r>
          </a:p>
        </p:txBody>
      </p:sp>
      <p:graphicFrame>
        <p:nvGraphicFramePr>
          <p:cNvPr id="8" name="Group 3"/>
          <p:cNvGraphicFramePr>
            <a:graphicFrameLocks noGrp="1"/>
          </p:cNvGraphicFramePr>
          <p:nvPr/>
        </p:nvGraphicFramePr>
        <p:xfrm>
          <a:off x="7824193" y="1916832"/>
          <a:ext cx="2268537" cy="4114804"/>
        </p:xfrm>
        <a:graphic>
          <a:graphicData uri="http://schemas.openxmlformats.org/drawingml/2006/table">
            <a:tbl>
              <a:tblPr/>
              <a:tblGrid>
                <a:gridCol w="226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Cell midpoint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2.538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2.548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2.558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2.568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2.573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AFDA6FA8-D9E3-47AF-9B38-5BD439A27142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60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566863"/>
            <a:ext cx="8291512" cy="4525962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The boundary values are an extra decimal place or significant figure in accuracy than the observed values.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Example: </a:t>
            </a:r>
          </a:p>
        </p:txBody>
      </p:sp>
      <p:grpSp>
        <p:nvGrpSpPr>
          <p:cNvPr id="79875" name="Group 3"/>
          <p:cNvGrpSpPr>
            <a:grpSpLocks/>
          </p:cNvGrpSpPr>
          <p:nvPr/>
        </p:nvGrpSpPr>
        <p:grpSpPr bwMode="auto">
          <a:xfrm>
            <a:off x="2135188" y="3573017"/>
            <a:ext cx="7994650" cy="2359243"/>
            <a:chOff x="611560" y="3306985"/>
            <a:chExt cx="7994650" cy="2359244"/>
          </a:xfrm>
        </p:grpSpPr>
        <p:sp>
          <p:nvSpPr>
            <p:cNvPr id="79877" name="Line 5"/>
            <p:cNvSpPr>
              <a:spLocks noChangeShapeType="1"/>
            </p:cNvSpPr>
            <p:nvPr/>
          </p:nvSpPr>
          <p:spPr bwMode="auto">
            <a:xfrm>
              <a:off x="4356472" y="4061047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79878" name="Group 2"/>
            <p:cNvGrpSpPr>
              <a:grpSpLocks/>
            </p:cNvGrpSpPr>
            <p:nvPr/>
          </p:nvGrpSpPr>
          <p:grpSpPr bwMode="auto">
            <a:xfrm>
              <a:off x="611560" y="3306985"/>
              <a:ext cx="7994650" cy="2359244"/>
              <a:chOff x="838200" y="3124200"/>
              <a:chExt cx="7994650" cy="2359244"/>
            </a:xfrm>
          </p:grpSpPr>
          <p:sp>
            <p:nvSpPr>
              <p:cNvPr id="79879" name="Line 4"/>
              <p:cNvSpPr>
                <a:spLocks noChangeShapeType="1"/>
              </p:cNvSpPr>
              <p:nvPr/>
            </p:nvSpPr>
            <p:spPr bwMode="auto">
              <a:xfrm>
                <a:off x="1143000" y="4038600"/>
                <a:ext cx="739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880" name="Text Box 6"/>
              <p:cNvSpPr txBox="1">
                <a:spLocks noChangeArrowheads="1"/>
              </p:cNvSpPr>
              <p:nvPr/>
            </p:nvSpPr>
            <p:spPr bwMode="auto">
              <a:xfrm>
                <a:off x="4114800" y="3200400"/>
                <a:ext cx="104775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1800">
                    <a:latin typeface="Arial" pitchFamily="34" charset="0"/>
                  </a:rPr>
                  <a:t>Midpoint</a:t>
                </a:r>
              </a:p>
              <a:p>
                <a:pPr algn="ctr" eaLnBrk="1" hangingPunct="1"/>
                <a:r>
                  <a:rPr lang="en-US" altLang="en-US" sz="1800">
                    <a:latin typeface="Arial" pitchFamily="34" charset="0"/>
                  </a:rPr>
                  <a:t>2.533</a:t>
                </a:r>
              </a:p>
            </p:txBody>
          </p:sp>
          <p:sp>
            <p:nvSpPr>
              <p:cNvPr id="79881" name="Text Box 7"/>
              <p:cNvSpPr txBox="1">
                <a:spLocks noChangeArrowheads="1"/>
              </p:cNvSpPr>
              <p:nvPr/>
            </p:nvSpPr>
            <p:spPr bwMode="auto">
              <a:xfrm>
                <a:off x="3276600" y="4038600"/>
                <a:ext cx="7556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latin typeface="Arial" pitchFamily="34" charset="0"/>
                  </a:rPr>
                  <a:t>2.532</a:t>
                </a:r>
              </a:p>
            </p:txBody>
          </p:sp>
          <p:sp>
            <p:nvSpPr>
              <p:cNvPr id="79882" name="Text Box 8"/>
              <p:cNvSpPr txBox="1">
                <a:spLocks noChangeArrowheads="1"/>
              </p:cNvSpPr>
              <p:nvPr/>
            </p:nvSpPr>
            <p:spPr bwMode="auto">
              <a:xfrm>
                <a:off x="2057400" y="4038600"/>
                <a:ext cx="7556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latin typeface="Arial" pitchFamily="34" charset="0"/>
                  </a:rPr>
                  <a:t>2.531</a:t>
                </a:r>
              </a:p>
            </p:txBody>
          </p:sp>
          <p:sp>
            <p:nvSpPr>
              <p:cNvPr id="79883" name="Text Box 9"/>
              <p:cNvSpPr txBox="1">
                <a:spLocks noChangeArrowheads="1"/>
              </p:cNvSpPr>
              <p:nvPr/>
            </p:nvSpPr>
            <p:spPr bwMode="auto">
              <a:xfrm>
                <a:off x="5470525" y="3998912"/>
                <a:ext cx="7556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latin typeface="Arial" pitchFamily="34" charset="0"/>
                  </a:rPr>
                  <a:t>2.534</a:t>
                </a:r>
              </a:p>
            </p:txBody>
          </p:sp>
          <p:sp>
            <p:nvSpPr>
              <p:cNvPr id="79884" name="Text Box 10"/>
              <p:cNvSpPr txBox="1">
                <a:spLocks noChangeArrowheads="1"/>
              </p:cNvSpPr>
              <p:nvPr/>
            </p:nvSpPr>
            <p:spPr bwMode="auto">
              <a:xfrm>
                <a:off x="6705600" y="4038600"/>
                <a:ext cx="7556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latin typeface="Arial" pitchFamily="34" charset="0"/>
                  </a:rPr>
                  <a:t>2.535</a:t>
                </a:r>
              </a:p>
            </p:txBody>
          </p:sp>
          <p:sp>
            <p:nvSpPr>
              <p:cNvPr id="79885" name="Line 11"/>
              <p:cNvSpPr>
                <a:spLocks noChangeShapeType="1"/>
              </p:cNvSpPr>
              <p:nvPr/>
            </p:nvSpPr>
            <p:spPr bwMode="auto">
              <a:xfrm>
                <a:off x="1600200" y="4724401"/>
                <a:ext cx="6248400" cy="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886" name="Text Box 12"/>
              <p:cNvSpPr txBox="1">
                <a:spLocks noChangeArrowheads="1"/>
              </p:cNvSpPr>
              <p:nvPr/>
            </p:nvSpPr>
            <p:spPr bwMode="auto">
              <a:xfrm>
                <a:off x="4126386" y="4837113"/>
                <a:ext cx="101822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1800" dirty="0">
                    <a:latin typeface="Arial" pitchFamily="34" charset="0"/>
                  </a:rPr>
                  <a:t>0.005</a:t>
                </a:r>
              </a:p>
              <a:p>
                <a:pPr algn="ctr" eaLnBrk="1" hangingPunct="1"/>
                <a:r>
                  <a:rPr lang="en-US" altLang="en-US" sz="1800" dirty="0">
                    <a:latin typeface="Arial" pitchFamily="34" charset="0"/>
                  </a:rPr>
                  <a:t>(Range)</a:t>
                </a:r>
              </a:p>
            </p:txBody>
          </p:sp>
          <p:sp>
            <p:nvSpPr>
              <p:cNvPr id="79887" name="Text Box 13"/>
              <p:cNvSpPr txBox="1">
                <a:spLocks noChangeArrowheads="1"/>
              </p:cNvSpPr>
              <p:nvPr/>
            </p:nvSpPr>
            <p:spPr bwMode="auto">
              <a:xfrm>
                <a:off x="838200" y="3200400"/>
                <a:ext cx="182245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1800" dirty="0">
                    <a:latin typeface="Arial" pitchFamily="34" charset="0"/>
                  </a:rPr>
                  <a:t>Lower boundary</a:t>
                </a:r>
              </a:p>
              <a:p>
                <a:pPr algn="ctr" eaLnBrk="1" hangingPunct="1"/>
                <a:r>
                  <a:rPr lang="en-US" altLang="en-US" sz="1800" dirty="0">
                    <a:latin typeface="Arial" pitchFamily="34" charset="0"/>
                  </a:rPr>
                  <a:t>2.5305</a:t>
                </a:r>
              </a:p>
            </p:txBody>
          </p:sp>
          <p:sp>
            <p:nvSpPr>
              <p:cNvPr id="79888" name="Line 14"/>
              <p:cNvSpPr>
                <a:spLocks noChangeShapeType="1"/>
              </p:cNvSpPr>
              <p:nvPr/>
            </p:nvSpPr>
            <p:spPr bwMode="auto">
              <a:xfrm>
                <a:off x="1600200" y="3886200"/>
                <a:ext cx="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889" name="Text Box 15"/>
              <p:cNvSpPr txBox="1">
                <a:spLocks noChangeArrowheads="1"/>
              </p:cNvSpPr>
              <p:nvPr/>
            </p:nvSpPr>
            <p:spPr bwMode="auto">
              <a:xfrm>
                <a:off x="7010400" y="3124200"/>
                <a:ext cx="182245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1800">
                    <a:latin typeface="Arial" pitchFamily="34" charset="0"/>
                  </a:rPr>
                  <a:t>Upper boundary</a:t>
                </a:r>
              </a:p>
              <a:p>
                <a:pPr algn="ctr" eaLnBrk="1" hangingPunct="1"/>
                <a:r>
                  <a:rPr lang="en-US" altLang="en-US" sz="1800">
                    <a:latin typeface="Arial" pitchFamily="34" charset="0"/>
                  </a:rPr>
                  <a:t>2.5355</a:t>
                </a:r>
              </a:p>
            </p:txBody>
          </p:sp>
          <p:sp>
            <p:nvSpPr>
              <p:cNvPr id="79890" name="Line 16"/>
              <p:cNvSpPr>
                <a:spLocks noChangeShapeType="1"/>
              </p:cNvSpPr>
              <p:nvPr/>
            </p:nvSpPr>
            <p:spPr bwMode="auto">
              <a:xfrm>
                <a:off x="7848600" y="3810000"/>
                <a:ext cx="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2063751" y="836613"/>
            <a:ext cx="6551613" cy="685800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 eaLnBrk="1" hangingPunct="1">
              <a:buFont typeface="+mj-ea"/>
              <a:buAutoNum type="circleNumDbPlain" startAt="5"/>
              <a:defRPr/>
            </a:pPr>
            <a:r>
              <a:rPr lang="en-US" sz="2800" dirty="0">
                <a:solidFill>
                  <a:schemeClr val="tx1"/>
                </a:solidFill>
              </a:rPr>
              <a:t>Determine the cell boundaries.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591175" y="6519864"/>
            <a:ext cx="611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E24C20DA-5291-4341-9BFA-1403877C3290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/>
              <a:t>61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130051" name="Group 3"/>
          <p:cNvGraphicFramePr>
            <a:graphicFrameLocks noGrp="1"/>
          </p:cNvGraphicFramePr>
          <p:nvPr>
            <p:ph idx="1"/>
          </p:nvPr>
        </p:nvGraphicFramePr>
        <p:xfrm>
          <a:off x="3657600" y="1828801"/>
          <a:ext cx="5791200" cy="4099881"/>
        </p:xfrm>
        <a:graphic>
          <a:graphicData uri="http://schemas.openxmlformats.org/drawingml/2006/table">
            <a:tbl>
              <a:tblPr/>
              <a:tblGrid>
                <a:gridCol w="1928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Cell Boundaries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Cell Midpoint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Frequency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itchFamily="34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2.5305 – 2.5355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2.533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6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2.5355 – 2.5405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2.538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2.5405 – 2.5455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2.543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12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2.5455 – 2.5505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2.548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2.5505 – 2.5555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2.553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2.5555 – 2.5605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2.558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19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2.5605 – 2.5655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2.563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2.5655 – 2.5705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2.568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11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2.5705 – 2.5755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2.573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itchFamily="34" charset="-128"/>
                        </a:rPr>
                        <a:t>8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991545" y="980728"/>
            <a:ext cx="6551613" cy="685800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 eaLnBrk="1" hangingPunct="1">
              <a:buFont typeface="+mj-ea"/>
              <a:buAutoNum type="circleNumDbPlain" startAt="6"/>
              <a:defRPr/>
            </a:pPr>
            <a:r>
              <a:rPr lang="en-US" sz="2800" dirty="0">
                <a:solidFill>
                  <a:schemeClr val="tx1"/>
                </a:solidFill>
              </a:rPr>
              <a:t>Post the cell frequency.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880100" y="6553200"/>
            <a:ext cx="41275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00911BC7-A003-44C0-A315-F029CEF81C11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62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1922" name="Rectangle 3"/>
          <p:cNvSpPr>
            <a:spLocks noChangeArrowheads="1"/>
          </p:cNvSpPr>
          <p:nvPr/>
        </p:nvSpPr>
        <p:spPr bwMode="auto">
          <a:xfrm>
            <a:off x="1524001" y="22584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en-AU" altLang="en-US" sz="1800"/>
          </a:p>
        </p:txBody>
      </p:sp>
      <p:grpSp>
        <p:nvGrpSpPr>
          <p:cNvPr id="81923" name="Group 4"/>
          <p:cNvGrpSpPr>
            <a:grpSpLocks noChangeAspect="1"/>
          </p:cNvGrpSpPr>
          <p:nvPr/>
        </p:nvGrpSpPr>
        <p:grpSpPr bwMode="auto">
          <a:xfrm>
            <a:off x="2502868" y="2025550"/>
            <a:ext cx="7121525" cy="3995738"/>
            <a:chOff x="432" y="1008"/>
            <a:chExt cx="4486" cy="2517"/>
          </a:xfrm>
        </p:grpSpPr>
        <p:sp>
          <p:nvSpPr>
            <p:cNvPr id="81925" name="AutoShape 5"/>
            <p:cNvSpPr>
              <a:spLocks noChangeAspect="1" noChangeArrowheads="1" noTextEdit="1"/>
            </p:cNvSpPr>
            <p:nvPr/>
          </p:nvSpPr>
          <p:spPr bwMode="auto">
            <a:xfrm>
              <a:off x="432" y="1008"/>
              <a:ext cx="4486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>
                <a:latin typeface="+mn-lt"/>
              </a:endParaRPr>
            </a:p>
          </p:txBody>
        </p:sp>
        <p:grpSp>
          <p:nvGrpSpPr>
            <p:cNvPr id="81926" name="Group 6"/>
            <p:cNvGrpSpPr>
              <a:grpSpLocks/>
            </p:cNvGrpSpPr>
            <p:nvPr/>
          </p:nvGrpSpPr>
          <p:grpSpPr bwMode="auto">
            <a:xfrm>
              <a:off x="979" y="1232"/>
              <a:ext cx="3769" cy="1693"/>
              <a:chOff x="979" y="1232"/>
              <a:chExt cx="3769" cy="1693"/>
            </a:xfrm>
          </p:grpSpPr>
          <p:sp>
            <p:nvSpPr>
              <p:cNvPr id="82133" name="Rectangle 7"/>
              <p:cNvSpPr>
                <a:spLocks noChangeArrowheads="1"/>
              </p:cNvSpPr>
              <p:nvPr/>
            </p:nvSpPr>
            <p:spPr bwMode="auto">
              <a:xfrm>
                <a:off x="979" y="1232"/>
                <a:ext cx="3769" cy="1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34" name="Rectangle 8"/>
              <p:cNvSpPr>
                <a:spLocks noChangeArrowheads="1"/>
              </p:cNvSpPr>
              <p:nvPr/>
            </p:nvSpPr>
            <p:spPr bwMode="auto">
              <a:xfrm>
                <a:off x="9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35" name="Rectangle 9"/>
              <p:cNvSpPr>
                <a:spLocks noChangeArrowheads="1"/>
              </p:cNvSpPr>
              <p:nvPr/>
            </p:nvSpPr>
            <p:spPr bwMode="auto">
              <a:xfrm>
                <a:off x="10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36" name="Rectangle 10"/>
              <p:cNvSpPr>
                <a:spLocks noChangeArrowheads="1"/>
              </p:cNvSpPr>
              <p:nvPr/>
            </p:nvSpPr>
            <p:spPr bwMode="auto">
              <a:xfrm>
                <a:off x="108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37" name="Rectangle 11"/>
              <p:cNvSpPr>
                <a:spLocks noChangeArrowheads="1"/>
              </p:cNvSpPr>
              <p:nvPr/>
            </p:nvSpPr>
            <p:spPr bwMode="auto">
              <a:xfrm>
                <a:off x="114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38" name="Rectangle 12"/>
              <p:cNvSpPr>
                <a:spLocks noChangeArrowheads="1"/>
              </p:cNvSpPr>
              <p:nvPr/>
            </p:nvSpPr>
            <p:spPr bwMode="auto">
              <a:xfrm>
                <a:off x="119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39" name="Rectangle 13"/>
              <p:cNvSpPr>
                <a:spLocks noChangeArrowheads="1"/>
              </p:cNvSpPr>
              <p:nvPr/>
            </p:nvSpPr>
            <p:spPr bwMode="auto">
              <a:xfrm>
                <a:off x="12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0" name="Rectangle 14"/>
              <p:cNvSpPr>
                <a:spLocks noChangeArrowheads="1"/>
              </p:cNvSpPr>
              <p:nvPr/>
            </p:nvSpPr>
            <p:spPr bwMode="auto">
              <a:xfrm>
                <a:off x="13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1" name="Rectangle 15"/>
              <p:cNvSpPr>
                <a:spLocks noChangeArrowheads="1"/>
              </p:cNvSpPr>
              <p:nvPr/>
            </p:nvSpPr>
            <p:spPr bwMode="auto">
              <a:xfrm>
                <a:off x="13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2" name="Rectangle 16"/>
              <p:cNvSpPr>
                <a:spLocks noChangeArrowheads="1"/>
              </p:cNvSpPr>
              <p:nvPr/>
            </p:nvSpPr>
            <p:spPr bwMode="auto">
              <a:xfrm>
                <a:off x="141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3" name="Rectangle 17"/>
              <p:cNvSpPr>
                <a:spLocks noChangeArrowheads="1"/>
              </p:cNvSpPr>
              <p:nvPr/>
            </p:nvSpPr>
            <p:spPr bwMode="auto">
              <a:xfrm>
                <a:off x="146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4" name="Rectangle 18"/>
              <p:cNvSpPr>
                <a:spLocks noChangeArrowheads="1"/>
              </p:cNvSpPr>
              <p:nvPr/>
            </p:nvSpPr>
            <p:spPr bwMode="auto">
              <a:xfrm>
                <a:off x="151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5" name="Rectangle 19"/>
              <p:cNvSpPr>
                <a:spLocks noChangeArrowheads="1"/>
              </p:cNvSpPr>
              <p:nvPr/>
            </p:nvSpPr>
            <p:spPr bwMode="auto">
              <a:xfrm>
                <a:off x="15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6" name="Rectangle 20"/>
              <p:cNvSpPr>
                <a:spLocks noChangeArrowheads="1"/>
              </p:cNvSpPr>
              <p:nvPr/>
            </p:nvSpPr>
            <p:spPr bwMode="auto">
              <a:xfrm>
                <a:off x="16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7" name="Rectangle 21"/>
              <p:cNvSpPr>
                <a:spLocks noChangeArrowheads="1"/>
              </p:cNvSpPr>
              <p:nvPr/>
            </p:nvSpPr>
            <p:spPr bwMode="auto">
              <a:xfrm>
                <a:off x="16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8" name="Rectangle 22"/>
              <p:cNvSpPr>
                <a:spLocks noChangeArrowheads="1"/>
              </p:cNvSpPr>
              <p:nvPr/>
            </p:nvSpPr>
            <p:spPr bwMode="auto">
              <a:xfrm>
                <a:off x="17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49" name="Rectangle 23"/>
              <p:cNvSpPr>
                <a:spLocks noChangeArrowheads="1"/>
              </p:cNvSpPr>
              <p:nvPr/>
            </p:nvSpPr>
            <p:spPr bwMode="auto">
              <a:xfrm>
                <a:off x="178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0" name="Rectangle 24"/>
              <p:cNvSpPr>
                <a:spLocks noChangeArrowheads="1"/>
              </p:cNvSpPr>
              <p:nvPr/>
            </p:nvSpPr>
            <p:spPr bwMode="auto">
              <a:xfrm>
                <a:off x="184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1" name="Rectangle 25"/>
              <p:cNvSpPr>
                <a:spLocks noChangeArrowheads="1"/>
              </p:cNvSpPr>
              <p:nvPr/>
            </p:nvSpPr>
            <p:spPr bwMode="auto">
              <a:xfrm>
                <a:off x="18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2" name="Rectangle 26"/>
              <p:cNvSpPr>
                <a:spLocks noChangeArrowheads="1"/>
              </p:cNvSpPr>
              <p:nvPr/>
            </p:nvSpPr>
            <p:spPr bwMode="auto">
              <a:xfrm>
                <a:off x="19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3" name="Rectangle 27"/>
              <p:cNvSpPr>
                <a:spLocks noChangeArrowheads="1"/>
              </p:cNvSpPr>
              <p:nvPr/>
            </p:nvSpPr>
            <p:spPr bwMode="auto">
              <a:xfrm>
                <a:off x="20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4" name="Rectangle 28"/>
              <p:cNvSpPr>
                <a:spLocks noChangeArrowheads="1"/>
              </p:cNvSpPr>
              <p:nvPr/>
            </p:nvSpPr>
            <p:spPr bwMode="auto">
              <a:xfrm>
                <a:off x="20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5" name="Rectangle 29"/>
              <p:cNvSpPr>
                <a:spLocks noChangeArrowheads="1"/>
              </p:cNvSpPr>
              <p:nvPr/>
            </p:nvSpPr>
            <p:spPr bwMode="auto">
              <a:xfrm>
                <a:off x="211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6" name="Rectangle 30"/>
              <p:cNvSpPr>
                <a:spLocks noChangeArrowheads="1"/>
              </p:cNvSpPr>
              <p:nvPr/>
            </p:nvSpPr>
            <p:spPr bwMode="auto">
              <a:xfrm>
                <a:off x="216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7" name="Rectangle 31"/>
              <p:cNvSpPr>
                <a:spLocks noChangeArrowheads="1"/>
              </p:cNvSpPr>
              <p:nvPr/>
            </p:nvSpPr>
            <p:spPr bwMode="auto">
              <a:xfrm>
                <a:off x="22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8" name="Rectangle 32"/>
              <p:cNvSpPr>
                <a:spLocks noChangeArrowheads="1"/>
              </p:cNvSpPr>
              <p:nvPr/>
            </p:nvSpPr>
            <p:spPr bwMode="auto">
              <a:xfrm>
                <a:off x="22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59" name="Rectangle 33"/>
              <p:cNvSpPr>
                <a:spLocks noChangeArrowheads="1"/>
              </p:cNvSpPr>
              <p:nvPr/>
            </p:nvSpPr>
            <p:spPr bwMode="auto">
              <a:xfrm>
                <a:off x="23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0" name="Rectangle 34"/>
              <p:cNvSpPr>
                <a:spLocks noChangeArrowheads="1"/>
              </p:cNvSpPr>
              <p:nvPr/>
            </p:nvSpPr>
            <p:spPr bwMode="auto">
              <a:xfrm>
                <a:off x="23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1" name="Rectangle 35"/>
              <p:cNvSpPr>
                <a:spLocks noChangeArrowheads="1"/>
              </p:cNvSpPr>
              <p:nvPr/>
            </p:nvSpPr>
            <p:spPr bwMode="auto">
              <a:xfrm>
                <a:off x="24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2" name="Rectangle 36"/>
              <p:cNvSpPr>
                <a:spLocks noChangeArrowheads="1"/>
              </p:cNvSpPr>
              <p:nvPr/>
            </p:nvSpPr>
            <p:spPr bwMode="auto">
              <a:xfrm>
                <a:off x="248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3" name="Rectangle 37"/>
              <p:cNvSpPr>
                <a:spLocks noChangeArrowheads="1"/>
              </p:cNvSpPr>
              <p:nvPr/>
            </p:nvSpPr>
            <p:spPr bwMode="auto">
              <a:xfrm>
                <a:off x="25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4" name="Rectangle 38"/>
              <p:cNvSpPr>
                <a:spLocks noChangeArrowheads="1"/>
              </p:cNvSpPr>
              <p:nvPr/>
            </p:nvSpPr>
            <p:spPr bwMode="auto">
              <a:xfrm>
                <a:off x="25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5" name="Rectangle 39"/>
              <p:cNvSpPr>
                <a:spLocks noChangeArrowheads="1"/>
              </p:cNvSpPr>
              <p:nvPr/>
            </p:nvSpPr>
            <p:spPr bwMode="auto">
              <a:xfrm>
                <a:off x="26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6" name="Rectangle 40"/>
              <p:cNvSpPr>
                <a:spLocks noChangeArrowheads="1"/>
              </p:cNvSpPr>
              <p:nvPr/>
            </p:nvSpPr>
            <p:spPr bwMode="auto">
              <a:xfrm>
                <a:off x="27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7" name="Rectangle 41"/>
              <p:cNvSpPr>
                <a:spLocks noChangeArrowheads="1"/>
              </p:cNvSpPr>
              <p:nvPr/>
            </p:nvSpPr>
            <p:spPr bwMode="auto">
              <a:xfrm>
                <a:off x="27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8" name="Rectangle 42"/>
              <p:cNvSpPr>
                <a:spLocks noChangeArrowheads="1"/>
              </p:cNvSpPr>
              <p:nvPr/>
            </p:nvSpPr>
            <p:spPr bwMode="auto">
              <a:xfrm>
                <a:off x="281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69" name="Rectangle 43"/>
              <p:cNvSpPr>
                <a:spLocks noChangeArrowheads="1"/>
              </p:cNvSpPr>
              <p:nvPr/>
            </p:nvSpPr>
            <p:spPr bwMode="auto">
              <a:xfrm>
                <a:off x="286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0" name="Rectangle 44"/>
              <p:cNvSpPr>
                <a:spLocks noChangeArrowheads="1"/>
              </p:cNvSpPr>
              <p:nvPr/>
            </p:nvSpPr>
            <p:spPr bwMode="auto">
              <a:xfrm>
                <a:off x="29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1" name="Rectangle 45"/>
              <p:cNvSpPr>
                <a:spLocks noChangeArrowheads="1"/>
              </p:cNvSpPr>
              <p:nvPr/>
            </p:nvSpPr>
            <p:spPr bwMode="auto">
              <a:xfrm>
                <a:off x="29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2" name="Rectangle 46"/>
              <p:cNvSpPr>
                <a:spLocks noChangeArrowheads="1"/>
              </p:cNvSpPr>
              <p:nvPr/>
            </p:nvSpPr>
            <p:spPr bwMode="auto">
              <a:xfrm>
                <a:off x="30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3" name="Rectangle 47"/>
              <p:cNvSpPr>
                <a:spLocks noChangeArrowheads="1"/>
              </p:cNvSpPr>
              <p:nvPr/>
            </p:nvSpPr>
            <p:spPr bwMode="auto">
              <a:xfrm>
                <a:off x="30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4" name="Rectangle 48"/>
              <p:cNvSpPr>
                <a:spLocks noChangeArrowheads="1"/>
              </p:cNvSpPr>
              <p:nvPr/>
            </p:nvSpPr>
            <p:spPr bwMode="auto">
              <a:xfrm>
                <a:off x="31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5" name="Rectangle 49"/>
              <p:cNvSpPr>
                <a:spLocks noChangeArrowheads="1"/>
              </p:cNvSpPr>
              <p:nvPr/>
            </p:nvSpPr>
            <p:spPr bwMode="auto">
              <a:xfrm>
                <a:off x="318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6" name="Rectangle 50"/>
              <p:cNvSpPr>
                <a:spLocks noChangeArrowheads="1"/>
              </p:cNvSpPr>
              <p:nvPr/>
            </p:nvSpPr>
            <p:spPr bwMode="auto">
              <a:xfrm>
                <a:off x="32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7" name="Rectangle 51"/>
              <p:cNvSpPr>
                <a:spLocks noChangeArrowheads="1"/>
              </p:cNvSpPr>
              <p:nvPr/>
            </p:nvSpPr>
            <p:spPr bwMode="auto">
              <a:xfrm>
                <a:off x="32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8" name="Rectangle 52"/>
              <p:cNvSpPr>
                <a:spLocks noChangeArrowheads="1"/>
              </p:cNvSpPr>
              <p:nvPr/>
            </p:nvSpPr>
            <p:spPr bwMode="auto">
              <a:xfrm>
                <a:off x="33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79" name="Rectangle 53"/>
              <p:cNvSpPr>
                <a:spLocks noChangeArrowheads="1"/>
              </p:cNvSpPr>
              <p:nvPr/>
            </p:nvSpPr>
            <p:spPr bwMode="auto">
              <a:xfrm>
                <a:off x="34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0" name="Rectangle 54"/>
              <p:cNvSpPr>
                <a:spLocks noChangeArrowheads="1"/>
              </p:cNvSpPr>
              <p:nvPr/>
            </p:nvSpPr>
            <p:spPr bwMode="auto">
              <a:xfrm>
                <a:off x="34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1" name="Rectangle 55"/>
              <p:cNvSpPr>
                <a:spLocks noChangeArrowheads="1"/>
              </p:cNvSpPr>
              <p:nvPr/>
            </p:nvSpPr>
            <p:spPr bwMode="auto">
              <a:xfrm>
                <a:off x="350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2" name="Rectangle 56"/>
              <p:cNvSpPr>
                <a:spLocks noChangeArrowheads="1"/>
              </p:cNvSpPr>
              <p:nvPr/>
            </p:nvSpPr>
            <p:spPr bwMode="auto">
              <a:xfrm>
                <a:off x="356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3" name="Rectangle 57"/>
              <p:cNvSpPr>
                <a:spLocks noChangeArrowheads="1"/>
              </p:cNvSpPr>
              <p:nvPr/>
            </p:nvSpPr>
            <p:spPr bwMode="auto">
              <a:xfrm>
                <a:off x="36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4" name="Rectangle 58"/>
              <p:cNvSpPr>
                <a:spLocks noChangeArrowheads="1"/>
              </p:cNvSpPr>
              <p:nvPr/>
            </p:nvSpPr>
            <p:spPr bwMode="auto">
              <a:xfrm>
                <a:off x="36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5" name="Rectangle 59"/>
              <p:cNvSpPr>
                <a:spLocks noChangeArrowheads="1"/>
              </p:cNvSpPr>
              <p:nvPr/>
            </p:nvSpPr>
            <p:spPr bwMode="auto">
              <a:xfrm>
                <a:off x="37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6" name="Rectangle 60"/>
              <p:cNvSpPr>
                <a:spLocks noChangeArrowheads="1"/>
              </p:cNvSpPr>
              <p:nvPr/>
            </p:nvSpPr>
            <p:spPr bwMode="auto">
              <a:xfrm>
                <a:off x="37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7" name="Rectangle 61"/>
              <p:cNvSpPr>
                <a:spLocks noChangeArrowheads="1"/>
              </p:cNvSpPr>
              <p:nvPr/>
            </p:nvSpPr>
            <p:spPr bwMode="auto">
              <a:xfrm>
                <a:off x="383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8" name="Rectangle 62"/>
              <p:cNvSpPr>
                <a:spLocks noChangeArrowheads="1"/>
              </p:cNvSpPr>
              <p:nvPr/>
            </p:nvSpPr>
            <p:spPr bwMode="auto">
              <a:xfrm>
                <a:off x="388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89" name="Rectangle 63"/>
              <p:cNvSpPr>
                <a:spLocks noChangeArrowheads="1"/>
              </p:cNvSpPr>
              <p:nvPr/>
            </p:nvSpPr>
            <p:spPr bwMode="auto">
              <a:xfrm>
                <a:off x="39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0" name="Rectangle 64"/>
              <p:cNvSpPr>
                <a:spLocks noChangeArrowheads="1"/>
              </p:cNvSpPr>
              <p:nvPr/>
            </p:nvSpPr>
            <p:spPr bwMode="auto">
              <a:xfrm>
                <a:off x="39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1" name="Rectangle 65"/>
              <p:cNvSpPr>
                <a:spLocks noChangeArrowheads="1"/>
              </p:cNvSpPr>
              <p:nvPr/>
            </p:nvSpPr>
            <p:spPr bwMode="auto">
              <a:xfrm>
                <a:off x="40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2" name="Rectangle 66"/>
              <p:cNvSpPr>
                <a:spLocks noChangeArrowheads="1"/>
              </p:cNvSpPr>
              <p:nvPr/>
            </p:nvSpPr>
            <p:spPr bwMode="auto">
              <a:xfrm>
                <a:off x="4102" y="258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3" name="Rectangle 67"/>
              <p:cNvSpPr>
                <a:spLocks noChangeArrowheads="1"/>
              </p:cNvSpPr>
              <p:nvPr/>
            </p:nvSpPr>
            <p:spPr bwMode="auto">
              <a:xfrm>
                <a:off x="415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4" name="Rectangle 68"/>
              <p:cNvSpPr>
                <a:spLocks noChangeArrowheads="1"/>
              </p:cNvSpPr>
              <p:nvPr/>
            </p:nvSpPr>
            <p:spPr bwMode="auto">
              <a:xfrm>
                <a:off x="420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5" name="Rectangle 69"/>
              <p:cNvSpPr>
                <a:spLocks noChangeArrowheads="1"/>
              </p:cNvSpPr>
              <p:nvPr/>
            </p:nvSpPr>
            <p:spPr bwMode="auto">
              <a:xfrm>
                <a:off x="426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6" name="Rectangle 70"/>
              <p:cNvSpPr>
                <a:spLocks noChangeArrowheads="1"/>
              </p:cNvSpPr>
              <p:nvPr/>
            </p:nvSpPr>
            <p:spPr bwMode="auto">
              <a:xfrm>
                <a:off x="43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7" name="Rectangle 71"/>
              <p:cNvSpPr>
                <a:spLocks noChangeArrowheads="1"/>
              </p:cNvSpPr>
              <p:nvPr/>
            </p:nvSpPr>
            <p:spPr bwMode="auto">
              <a:xfrm>
                <a:off x="43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8" name="Rectangle 72"/>
              <p:cNvSpPr>
                <a:spLocks noChangeArrowheads="1"/>
              </p:cNvSpPr>
              <p:nvPr/>
            </p:nvSpPr>
            <p:spPr bwMode="auto">
              <a:xfrm>
                <a:off x="4425" y="258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99" name="Rectangle 73"/>
              <p:cNvSpPr>
                <a:spLocks noChangeArrowheads="1"/>
              </p:cNvSpPr>
              <p:nvPr/>
            </p:nvSpPr>
            <p:spPr bwMode="auto">
              <a:xfrm>
                <a:off x="447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0" name="Rectangle 74"/>
              <p:cNvSpPr>
                <a:spLocks noChangeArrowheads="1"/>
              </p:cNvSpPr>
              <p:nvPr/>
            </p:nvSpPr>
            <p:spPr bwMode="auto">
              <a:xfrm>
                <a:off x="453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1" name="Rectangle 75"/>
              <p:cNvSpPr>
                <a:spLocks noChangeArrowheads="1"/>
              </p:cNvSpPr>
              <p:nvPr/>
            </p:nvSpPr>
            <p:spPr bwMode="auto">
              <a:xfrm>
                <a:off x="458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2" name="Rectangle 76"/>
              <p:cNvSpPr>
                <a:spLocks noChangeArrowheads="1"/>
              </p:cNvSpPr>
              <p:nvPr/>
            </p:nvSpPr>
            <p:spPr bwMode="auto">
              <a:xfrm>
                <a:off x="46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3" name="Rectangle 77"/>
              <p:cNvSpPr>
                <a:spLocks noChangeArrowheads="1"/>
              </p:cNvSpPr>
              <p:nvPr/>
            </p:nvSpPr>
            <p:spPr bwMode="auto">
              <a:xfrm>
                <a:off x="46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4" name="Rectangle 78"/>
              <p:cNvSpPr>
                <a:spLocks noChangeArrowheads="1"/>
              </p:cNvSpPr>
              <p:nvPr/>
            </p:nvSpPr>
            <p:spPr bwMode="auto">
              <a:xfrm>
                <a:off x="9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5" name="Rectangle 79"/>
              <p:cNvSpPr>
                <a:spLocks noChangeArrowheads="1"/>
              </p:cNvSpPr>
              <p:nvPr/>
            </p:nvSpPr>
            <p:spPr bwMode="auto">
              <a:xfrm>
                <a:off x="10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6" name="Rectangle 80"/>
              <p:cNvSpPr>
                <a:spLocks noChangeArrowheads="1"/>
              </p:cNvSpPr>
              <p:nvPr/>
            </p:nvSpPr>
            <p:spPr bwMode="auto">
              <a:xfrm>
                <a:off x="108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7" name="Rectangle 81"/>
              <p:cNvSpPr>
                <a:spLocks noChangeArrowheads="1"/>
              </p:cNvSpPr>
              <p:nvPr/>
            </p:nvSpPr>
            <p:spPr bwMode="auto">
              <a:xfrm>
                <a:off x="114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8" name="Rectangle 82"/>
              <p:cNvSpPr>
                <a:spLocks noChangeArrowheads="1"/>
              </p:cNvSpPr>
              <p:nvPr/>
            </p:nvSpPr>
            <p:spPr bwMode="auto">
              <a:xfrm>
                <a:off x="119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09" name="Rectangle 83"/>
              <p:cNvSpPr>
                <a:spLocks noChangeArrowheads="1"/>
              </p:cNvSpPr>
              <p:nvPr/>
            </p:nvSpPr>
            <p:spPr bwMode="auto">
              <a:xfrm>
                <a:off x="12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0" name="Rectangle 84"/>
              <p:cNvSpPr>
                <a:spLocks noChangeArrowheads="1"/>
              </p:cNvSpPr>
              <p:nvPr/>
            </p:nvSpPr>
            <p:spPr bwMode="auto">
              <a:xfrm>
                <a:off x="13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1" name="Rectangle 85"/>
              <p:cNvSpPr>
                <a:spLocks noChangeArrowheads="1"/>
              </p:cNvSpPr>
              <p:nvPr/>
            </p:nvSpPr>
            <p:spPr bwMode="auto">
              <a:xfrm>
                <a:off x="13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2" name="Rectangle 86"/>
              <p:cNvSpPr>
                <a:spLocks noChangeArrowheads="1"/>
              </p:cNvSpPr>
              <p:nvPr/>
            </p:nvSpPr>
            <p:spPr bwMode="auto">
              <a:xfrm>
                <a:off x="141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3" name="Rectangle 87"/>
              <p:cNvSpPr>
                <a:spLocks noChangeArrowheads="1"/>
              </p:cNvSpPr>
              <p:nvPr/>
            </p:nvSpPr>
            <p:spPr bwMode="auto">
              <a:xfrm>
                <a:off x="146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4" name="Rectangle 88"/>
              <p:cNvSpPr>
                <a:spLocks noChangeArrowheads="1"/>
              </p:cNvSpPr>
              <p:nvPr/>
            </p:nvSpPr>
            <p:spPr bwMode="auto">
              <a:xfrm>
                <a:off x="151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5" name="Rectangle 89"/>
              <p:cNvSpPr>
                <a:spLocks noChangeArrowheads="1"/>
              </p:cNvSpPr>
              <p:nvPr/>
            </p:nvSpPr>
            <p:spPr bwMode="auto">
              <a:xfrm>
                <a:off x="15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6" name="Rectangle 90"/>
              <p:cNvSpPr>
                <a:spLocks noChangeArrowheads="1"/>
              </p:cNvSpPr>
              <p:nvPr/>
            </p:nvSpPr>
            <p:spPr bwMode="auto">
              <a:xfrm>
                <a:off x="16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7" name="Rectangle 91"/>
              <p:cNvSpPr>
                <a:spLocks noChangeArrowheads="1"/>
              </p:cNvSpPr>
              <p:nvPr/>
            </p:nvSpPr>
            <p:spPr bwMode="auto">
              <a:xfrm>
                <a:off x="16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8" name="Rectangle 92"/>
              <p:cNvSpPr>
                <a:spLocks noChangeArrowheads="1"/>
              </p:cNvSpPr>
              <p:nvPr/>
            </p:nvSpPr>
            <p:spPr bwMode="auto">
              <a:xfrm>
                <a:off x="17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19" name="Rectangle 93"/>
              <p:cNvSpPr>
                <a:spLocks noChangeArrowheads="1"/>
              </p:cNvSpPr>
              <p:nvPr/>
            </p:nvSpPr>
            <p:spPr bwMode="auto">
              <a:xfrm>
                <a:off x="178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0" name="Rectangle 94"/>
              <p:cNvSpPr>
                <a:spLocks noChangeArrowheads="1"/>
              </p:cNvSpPr>
              <p:nvPr/>
            </p:nvSpPr>
            <p:spPr bwMode="auto">
              <a:xfrm>
                <a:off x="184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1" name="Rectangle 95"/>
              <p:cNvSpPr>
                <a:spLocks noChangeArrowheads="1"/>
              </p:cNvSpPr>
              <p:nvPr/>
            </p:nvSpPr>
            <p:spPr bwMode="auto">
              <a:xfrm>
                <a:off x="18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2" name="Rectangle 96"/>
              <p:cNvSpPr>
                <a:spLocks noChangeArrowheads="1"/>
              </p:cNvSpPr>
              <p:nvPr/>
            </p:nvSpPr>
            <p:spPr bwMode="auto">
              <a:xfrm>
                <a:off x="19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3" name="Rectangle 97"/>
              <p:cNvSpPr>
                <a:spLocks noChangeArrowheads="1"/>
              </p:cNvSpPr>
              <p:nvPr/>
            </p:nvSpPr>
            <p:spPr bwMode="auto">
              <a:xfrm>
                <a:off x="20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4" name="Rectangle 98"/>
              <p:cNvSpPr>
                <a:spLocks noChangeArrowheads="1"/>
              </p:cNvSpPr>
              <p:nvPr/>
            </p:nvSpPr>
            <p:spPr bwMode="auto">
              <a:xfrm>
                <a:off x="20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5" name="Rectangle 99"/>
              <p:cNvSpPr>
                <a:spLocks noChangeArrowheads="1"/>
              </p:cNvSpPr>
              <p:nvPr/>
            </p:nvSpPr>
            <p:spPr bwMode="auto">
              <a:xfrm>
                <a:off x="211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6" name="Rectangle 100"/>
              <p:cNvSpPr>
                <a:spLocks noChangeArrowheads="1"/>
              </p:cNvSpPr>
              <p:nvPr/>
            </p:nvSpPr>
            <p:spPr bwMode="auto">
              <a:xfrm>
                <a:off x="216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7" name="Rectangle 101"/>
              <p:cNvSpPr>
                <a:spLocks noChangeArrowheads="1"/>
              </p:cNvSpPr>
              <p:nvPr/>
            </p:nvSpPr>
            <p:spPr bwMode="auto">
              <a:xfrm>
                <a:off x="22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8" name="Rectangle 102"/>
              <p:cNvSpPr>
                <a:spLocks noChangeArrowheads="1"/>
              </p:cNvSpPr>
              <p:nvPr/>
            </p:nvSpPr>
            <p:spPr bwMode="auto">
              <a:xfrm>
                <a:off x="22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29" name="Rectangle 103"/>
              <p:cNvSpPr>
                <a:spLocks noChangeArrowheads="1"/>
              </p:cNvSpPr>
              <p:nvPr/>
            </p:nvSpPr>
            <p:spPr bwMode="auto">
              <a:xfrm>
                <a:off x="23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0" name="Rectangle 104"/>
              <p:cNvSpPr>
                <a:spLocks noChangeArrowheads="1"/>
              </p:cNvSpPr>
              <p:nvPr/>
            </p:nvSpPr>
            <p:spPr bwMode="auto">
              <a:xfrm>
                <a:off x="23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1" name="Rectangle 105"/>
              <p:cNvSpPr>
                <a:spLocks noChangeArrowheads="1"/>
              </p:cNvSpPr>
              <p:nvPr/>
            </p:nvSpPr>
            <p:spPr bwMode="auto">
              <a:xfrm>
                <a:off x="24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2" name="Rectangle 106"/>
              <p:cNvSpPr>
                <a:spLocks noChangeArrowheads="1"/>
              </p:cNvSpPr>
              <p:nvPr/>
            </p:nvSpPr>
            <p:spPr bwMode="auto">
              <a:xfrm>
                <a:off x="248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3" name="Rectangle 107"/>
              <p:cNvSpPr>
                <a:spLocks noChangeArrowheads="1"/>
              </p:cNvSpPr>
              <p:nvPr/>
            </p:nvSpPr>
            <p:spPr bwMode="auto">
              <a:xfrm>
                <a:off x="25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4" name="Rectangle 108"/>
              <p:cNvSpPr>
                <a:spLocks noChangeArrowheads="1"/>
              </p:cNvSpPr>
              <p:nvPr/>
            </p:nvSpPr>
            <p:spPr bwMode="auto">
              <a:xfrm>
                <a:off x="25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5" name="Rectangle 109"/>
              <p:cNvSpPr>
                <a:spLocks noChangeArrowheads="1"/>
              </p:cNvSpPr>
              <p:nvPr/>
            </p:nvSpPr>
            <p:spPr bwMode="auto">
              <a:xfrm>
                <a:off x="26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6" name="Rectangle 110"/>
              <p:cNvSpPr>
                <a:spLocks noChangeArrowheads="1"/>
              </p:cNvSpPr>
              <p:nvPr/>
            </p:nvSpPr>
            <p:spPr bwMode="auto">
              <a:xfrm>
                <a:off x="27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7" name="Rectangle 111"/>
              <p:cNvSpPr>
                <a:spLocks noChangeArrowheads="1"/>
              </p:cNvSpPr>
              <p:nvPr/>
            </p:nvSpPr>
            <p:spPr bwMode="auto">
              <a:xfrm>
                <a:off x="27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8" name="Rectangle 112"/>
              <p:cNvSpPr>
                <a:spLocks noChangeArrowheads="1"/>
              </p:cNvSpPr>
              <p:nvPr/>
            </p:nvSpPr>
            <p:spPr bwMode="auto">
              <a:xfrm>
                <a:off x="281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39" name="Rectangle 113"/>
              <p:cNvSpPr>
                <a:spLocks noChangeArrowheads="1"/>
              </p:cNvSpPr>
              <p:nvPr/>
            </p:nvSpPr>
            <p:spPr bwMode="auto">
              <a:xfrm>
                <a:off x="286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0" name="Rectangle 114"/>
              <p:cNvSpPr>
                <a:spLocks noChangeArrowheads="1"/>
              </p:cNvSpPr>
              <p:nvPr/>
            </p:nvSpPr>
            <p:spPr bwMode="auto">
              <a:xfrm>
                <a:off x="29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1" name="Rectangle 115"/>
              <p:cNvSpPr>
                <a:spLocks noChangeArrowheads="1"/>
              </p:cNvSpPr>
              <p:nvPr/>
            </p:nvSpPr>
            <p:spPr bwMode="auto">
              <a:xfrm>
                <a:off x="29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2" name="Rectangle 116"/>
              <p:cNvSpPr>
                <a:spLocks noChangeArrowheads="1"/>
              </p:cNvSpPr>
              <p:nvPr/>
            </p:nvSpPr>
            <p:spPr bwMode="auto">
              <a:xfrm>
                <a:off x="30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3" name="Rectangle 117"/>
              <p:cNvSpPr>
                <a:spLocks noChangeArrowheads="1"/>
              </p:cNvSpPr>
              <p:nvPr/>
            </p:nvSpPr>
            <p:spPr bwMode="auto">
              <a:xfrm>
                <a:off x="30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4" name="Rectangle 118"/>
              <p:cNvSpPr>
                <a:spLocks noChangeArrowheads="1"/>
              </p:cNvSpPr>
              <p:nvPr/>
            </p:nvSpPr>
            <p:spPr bwMode="auto">
              <a:xfrm>
                <a:off x="31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5" name="Rectangle 119"/>
              <p:cNvSpPr>
                <a:spLocks noChangeArrowheads="1"/>
              </p:cNvSpPr>
              <p:nvPr/>
            </p:nvSpPr>
            <p:spPr bwMode="auto">
              <a:xfrm>
                <a:off x="318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6" name="Rectangle 120"/>
              <p:cNvSpPr>
                <a:spLocks noChangeArrowheads="1"/>
              </p:cNvSpPr>
              <p:nvPr/>
            </p:nvSpPr>
            <p:spPr bwMode="auto">
              <a:xfrm>
                <a:off x="32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7" name="Rectangle 121"/>
              <p:cNvSpPr>
                <a:spLocks noChangeArrowheads="1"/>
              </p:cNvSpPr>
              <p:nvPr/>
            </p:nvSpPr>
            <p:spPr bwMode="auto">
              <a:xfrm>
                <a:off x="32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8" name="Rectangle 122"/>
              <p:cNvSpPr>
                <a:spLocks noChangeArrowheads="1"/>
              </p:cNvSpPr>
              <p:nvPr/>
            </p:nvSpPr>
            <p:spPr bwMode="auto">
              <a:xfrm>
                <a:off x="33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49" name="Rectangle 123"/>
              <p:cNvSpPr>
                <a:spLocks noChangeArrowheads="1"/>
              </p:cNvSpPr>
              <p:nvPr/>
            </p:nvSpPr>
            <p:spPr bwMode="auto">
              <a:xfrm>
                <a:off x="34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0" name="Rectangle 124"/>
              <p:cNvSpPr>
                <a:spLocks noChangeArrowheads="1"/>
              </p:cNvSpPr>
              <p:nvPr/>
            </p:nvSpPr>
            <p:spPr bwMode="auto">
              <a:xfrm>
                <a:off x="34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1" name="Rectangle 125"/>
              <p:cNvSpPr>
                <a:spLocks noChangeArrowheads="1"/>
              </p:cNvSpPr>
              <p:nvPr/>
            </p:nvSpPr>
            <p:spPr bwMode="auto">
              <a:xfrm>
                <a:off x="350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2" name="Rectangle 126"/>
              <p:cNvSpPr>
                <a:spLocks noChangeArrowheads="1"/>
              </p:cNvSpPr>
              <p:nvPr/>
            </p:nvSpPr>
            <p:spPr bwMode="auto">
              <a:xfrm>
                <a:off x="356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3" name="Rectangle 127"/>
              <p:cNvSpPr>
                <a:spLocks noChangeArrowheads="1"/>
              </p:cNvSpPr>
              <p:nvPr/>
            </p:nvSpPr>
            <p:spPr bwMode="auto">
              <a:xfrm>
                <a:off x="36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4" name="Rectangle 128"/>
              <p:cNvSpPr>
                <a:spLocks noChangeArrowheads="1"/>
              </p:cNvSpPr>
              <p:nvPr/>
            </p:nvSpPr>
            <p:spPr bwMode="auto">
              <a:xfrm>
                <a:off x="36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5" name="Rectangle 129"/>
              <p:cNvSpPr>
                <a:spLocks noChangeArrowheads="1"/>
              </p:cNvSpPr>
              <p:nvPr/>
            </p:nvSpPr>
            <p:spPr bwMode="auto">
              <a:xfrm>
                <a:off x="37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6" name="Rectangle 130"/>
              <p:cNvSpPr>
                <a:spLocks noChangeArrowheads="1"/>
              </p:cNvSpPr>
              <p:nvPr/>
            </p:nvSpPr>
            <p:spPr bwMode="auto">
              <a:xfrm>
                <a:off x="37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7" name="Rectangle 131"/>
              <p:cNvSpPr>
                <a:spLocks noChangeArrowheads="1"/>
              </p:cNvSpPr>
              <p:nvPr/>
            </p:nvSpPr>
            <p:spPr bwMode="auto">
              <a:xfrm>
                <a:off x="383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8" name="Rectangle 132"/>
              <p:cNvSpPr>
                <a:spLocks noChangeArrowheads="1"/>
              </p:cNvSpPr>
              <p:nvPr/>
            </p:nvSpPr>
            <p:spPr bwMode="auto">
              <a:xfrm>
                <a:off x="388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59" name="Rectangle 133"/>
              <p:cNvSpPr>
                <a:spLocks noChangeArrowheads="1"/>
              </p:cNvSpPr>
              <p:nvPr/>
            </p:nvSpPr>
            <p:spPr bwMode="auto">
              <a:xfrm>
                <a:off x="39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0" name="Rectangle 134"/>
              <p:cNvSpPr>
                <a:spLocks noChangeArrowheads="1"/>
              </p:cNvSpPr>
              <p:nvPr/>
            </p:nvSpPr>
            <p:spPr bwMode="auto">
              <a:xfrm>
                <a:off x="39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1" name="Rectangle 135"/>
              <p:cNvSpPr>
                <a:spLocks noChangeArrowheads="1"/>
              </p:cNvSpPr>
              <p:nvPr/>
            </p:nvSpPr>
            <p:spPr bwMode="auto">
              <a:xfrm>
                <a:off x="40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2" name="Rectangle 136"/>
              <p:cNvSpPr>
                <a:spLocks noChangeArrowheads="1"/>
              </p:cNvSpPr>
              <p:nvPr/>
            </p:nvSpPr>
            <p:spPr bwMode="auto">
              <a:xfrm>
                <a:off x="4102" y="224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3" name="Rectangle 137"/>
              <p:cNvSpPr>
                <a:spLocks noChangeArrowheads="1"/>
              </p:cNvSpPr>
              <p:nvPr/>
            </p:nvSpPr>
            <p:spPr bwMode="auto">
              <a:xfrm>
                <a:off x="415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4" name="Rectangle 138"/>
              <p:cNvSpPr>
                <a:spLocks noChangeArrowheads="1"/>
              </p:cNvSpPr>
              <p:nvPr/>
            </p:nvSpPr>
            <p:spPr bwMode="auto">
              <a:xfrm>
                <a:off x="420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5" name="Rectangle 139"/>
              <p:cNvSpPr>
                <a:spLocks noChangeArrowheads="1"/>
              </p:cNvSpPr>
              <p:nvPr/>
            </p:nvSpPr>
            <p:spPr bwMode="auto">
              <a:xfrm>
                <a:off x="426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6" name="Rectangle 140"/>
              <p:cNvSpPr>
                <a:spLocks noChangeArrowheads="1"/>
              </p:cNvSpPr>
              <p:nvPr/>
            </p:nvSpPr>
            <p:spPr bwMode="auto">
              <a:xfrm>
                <a:off x="43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7" name="Rectangle 141"/>
              <p:cNvSpPr>
                <a:spLocks noChangeArrowheads="1"/>
              </p:cNvSpPr>
              <p:nvPr/>
            </p:nvSpPr>
            <p:spPr bwMode="auto">
              <a:xfrm>
                <a:off x="43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8" name="Rectangle 142"/>
              <p:cNvSpPr>
                <a:spLocks noChangeArrowheads="1"/>
              </p:cNvSpPr>
              <p:nvPr/>
            </p:nvSpPr>
            <p:spPr bwMode="auto">
              <a:xfrm>
                <a:off x="4425" y="224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69" name="Rectangle 143"/>
              <p:cNvSpPr>
                <a:spLocks noChangeArrowheads="1"/>
              </p:cNvSpPr>
              <p:nvPr/>
            </p:nvSpPr>
            <p:spPr bwMode="auto">
              <a:xfrm>
                <a:off x="447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0" name="Rectangle 144"/>
              <p:cNvSpPr>
                <a:spLocks noChangeArrowheads="1"/>
              </p:cNvSpPr>
              <p:nvPr/>
            </p:nvSpPr>
            <p:spPr bwMode="auto">
              <a:xfrm>
                <a:off x="453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1" name="Rectangle 145"/>
              <p:cNvSpPr>
                <a:spLocks noChangeArrowheads="1"/>
              </p:cNvSpPr>
              <p:nvPr/>
            </p:nvSpPr>
            <p:spPr bwMode="auto">
              <a:xfrm>
                <a:off x="458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2" name="Rectangle 146"/>
              <p:cNvSpPr>
                <a:spLocks noChangeArrowheads="1"/>
              </p:cNvSpPr>
              <p:nvPr/>
            </p:nvSpPr>
            <p:spPr bwMode="auto">
              <a:xfrm>
                <a:off x="46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3" name="Rectangle 147"/>
              <p:cNvSpPr>
                <a:spLocks noChangeArrowheads="1"/>
              </p:cNvSpPr>
              <p:nvPr/>
            </p:nvSpPr>
            <p:spPr bwMode="auto">
              <a:xfrm>
                <a:off x="46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4" name="Rectangle 148"/>
              <p:cNvSpPr>
                <a:spLocks noChangeArrowheads="1"/>
              </p:cNvSpPr>
              <p:nvPr/>
            </p:nvSpPr>
            <p:spPr bwMode="auto">
              <a:xfrm>
                <a:off x="9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5" name="Rectangle 149"/>
              <p:cNvSpPr>
                <a:spLocks noChangeArrowheads="1"/>
              </p:cNvSpPr>
              <p:nvPr/>
            </p:nvSpPr>
            <p:spPr bwMode="auto">
              <a:xfrm>
                <a:off x="10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6" name="Rectangle 150"/>
              <p:cNvSpPr>
                <a:spLocks noChangeArrowheads="1"/>
              </p:cNvSpPr>
              <p:nvPr/>
            </p:nvSpPr>
            <p:spPr bwMode="auto">
              <a:xfrm>
                <a:off x="108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7" name="Rectangle 151"/>
              <p:cNvSpPr>
                <a:spLocks noChangeArrowheads="1"/>
              </p:cNvSpPr>
              <p:nvPr/>
            </p:nvSpPr>
            <p:spPr bwMode="auto">
              <a:xfrm>
                <a:off x="114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8" name="Rectangle 152"/>
              <p:cNvSpPr>
                <a:spLocks noChangeArrowheads="1"/>
              </p:cNvSpPr>
              <p:nvPr/>
            </p:nvSpPr>
            <p:spPr bwMode="auto">
              <a:xfrm>
                <a:off x="119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79" name="Rectangle 153"/>
              <p:cNvSpPr>
                <a:spLocks noChangeArrowheads="1"/>
              </p:cNvSpPr>
              <p:nvPr/>
            </p:nvSpPr>
            <p:spPr bwMode="auto">
              <a:xfrm>
                <a:off x="12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0" name="Rectangle 154"/>
              <p:cNvSpPr>
                <a:spLocks noChangeArrowheads="1"/>
              </p:cNvSpPr>
              <p:nvPr/>
            </p:nvSpPr>
            <p:spPr bwMode="auto">
              <a:xfrm>
                <a:off x="13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1" name="Rectangle 155"/>
              <p:cNvSpPr>
                <a:spLocks noChangeArrowheads="1"/>
              </p:cNvSpPr>
              <p:nvPr/>
            </p:nvSpPr>
            <p:spPr bwMode="auto">
              <a:xfrm>
                <a:off x="13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2" name="Rectangle 156"/>
              <p:cNvSpPr>
                <a:spLocks noChangeArrowheads="1"/>
              </p:cNvSpPr>
              <p:nvPr/>
            </p:nvSpPr>
            <p:spPr bwMode="auto">
              <a:xfrm>
                <a:off x="141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3" name="Rectangle 157"/>
              <p:cNvSpPr>
                <a:spLocks noChangeArrowheads="1"/>
              </p:cNvSpPr>
              <p:nvPr/>
            </p:nvSpPr>
            <p:spPr bwMode="auto">
              <a:xfrm>
                <a:off x="146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4" name="Rectangle 158"/>
              <p:cNvSpPr>
                <a:spLocks noChangeArrowheads="1"/>
              </p:cNvSpPr>
              <p:nvPr/>
            </p:nvSpPr>
            <p:spPr bwMode="auto">
              <a:xfrm>
                <a:off x="151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5" name="Rectangle 159"/>
              <p:cNvSpPr>
                <a:spLocks noChangeArrowheads="1"/>
              </p:cNvSpPr>
              <p:nvPr/>
            </p:nvSpPr>
            <p:spPr bwMode="auto">
              <a:xfrm>
                <a:off x="15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6" name="Rectangle 160"/>
              <p:cNvSpPr>
                <a:spLocks noChangeArrowheads="1"/>
              </p:cNvSpPr>
              <p:nvPr/>
            </p:nvSpPr>
            <p:spPr bwMode="auto">
              <a:xfrm>
                <a:off x="16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7" name="Rectangle 161"/>
              <p:cNvSpPr>
                <a:spLocks noChangeArrowheads="1"/>
              </p:cNvSpPr>
              <p:nvPr/>
            </p:nvSpPr>
            <p:spPr bwMode="auto">
              <a:xfrm>
                <a:off x="16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8" name="Rectangle 162"/>
              <p:cNvSpPr>
                <a:spLocks noChangeArrowheads="1"/>
              </p:cNvSpPr>
              <p:nvPr/>
            </p:nvSpPr>
            <p:spPr bwMode="auto">
              <a:xfrm>
                <a:off x="17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89" name="Rectangle 163"/>
              <p:cNvSpPr>
                <a:spLocks noChangeArrowheads="1"/>
              </p:cNvSpPr>
              <p:nvPr/>
            </p:nvSpPr>
            <p:spPr bwMode="auto">
              <a:xfrm>
                <a:off x="178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0" name="Rectangle 164"/>
              <p:cNvSpPr>
                <a:spLocks noChangeArrowheads="1"/>
              </p:cNvSpPr>
              <p:nvPr/>
            </p:nvSpPr>
            <p:spPr bwMode="auto">
              <a:xfrm>
                <a:off x="184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1" name="Rectangle 165"/>
              <p:cNvSpPr>
                <a:spLocks noChangeArrowheads="1"/>
              </p:cNvSpPr>
              <p:nvPr/>
            </p:nvSpPr>
            <p:spPr bwMode="auto">
              <a:xfrm>
                <a:off x="18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2" name="Rectangle 166"/>
              <p:cNvSpPr>
                <a:spLocks noChangeArrowheads="1"/>
              </p:cNvSpPr>
              <p:nvPr/>
            </p:nvSpPr>
            <p:spPr bwMode="auto">
              <a:xfrm>
                <a:off x="19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3" name="Rectangle 167"/>
              <p:cNvSpPr>
                <a:spLocks noChangeArrowheads="1"/>
              </p:cNvSpPr>
              <p:nvPr/>
            </p:nvSpPr>
            <p:spPr bwMode="auto">
              <a:xfrm>
                <a:off x="20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4" name="Rectangle 168"/>
              <p:cNvSpPr>
                <a:spLocks noChangeArrowheads="1"/>
              </p:cNvSpPr>
              <p:nvPr/>
            </p:nvSpPr>
            <p:spPr bwMode="auto">
              <a:xfrm>
                <a:off x="20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5" name="Rectangle 169"/>
              <p:cNvSpPr>
                <a:spLocks noChangeArrowheads="1"/>
              </p:cNvSpPr>
              <p:nvPr/>
            </p:nvSpPr>
            <p:spPr bwMode="auto">
              <a:xfrm>
                <a:off x="211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6" name="Rectangle 170"/>
              <p:cNvSpPr>
                <a:spLocks noChangeArrowheads="1"/>
              </p:cNvSpPr>
              <p:nvPr/>
            </p:nvSpPr>
            <p:spPr bwMode="auto">
              <a:xfrm>
                <a:off x="216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7" name="Rectangle 171"/>
              <p:cNvSpPr>
                <a:spLocks noChangeArrowheads="1"/>
              </p:cNvSpPr>
              <p:nvPr/>
            </p:nvSpPr>
            <p:spPr bwMode="auto">
              <a:xfrm>
                <a:off x="22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8" name="Rectangle 172"/>
              <p:cNvSpPr>
                <a:spLocks noChangeArrowheads="1"/>
              </p:cNvSpPr>
              <p:nvPr/>
            </p:nvSpPr>
            <p:spPr bwMode="auto">
              <a:xfrm>
                <a:off x="22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299" name="Rectangle 173"/>
              <p:cNvSpPr>
                <a:spLocks noChangeArrowheads="1"/>
              </p:cNvSpPr>
              <p:nvPr/>
            </p:nvSpPr>
            <p:spPr bwMode="auto">
              <a:xfrm>
                <a:off x="23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0" name="Rectangle 174"/>
              <p:cNvSpPr>
                <a:spLocks noChangeArrowheads="1"/>
              </p:cNvSpPr>
              <p:nvPr/>
            </p:nvSpPr>
            <p:spPr bwMode="auto">
              <a:xfrm>
                <a:off x="23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1" name="Rectangle 175"/>
              <p:cNvSpPr>
                <a:spLocks noChangeArrowheads="1"/>
              </p:cNvSpPr>
              <p:nvPr/>
            </p:nvSpPr>
            <p:spPr bwMode="auto">
              <a:xfrm>
                <a:off x="24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2" name="Rectangle 176"/>
              <p:cNvSpPr>
                <a:spLocks noChangeArrowheads="1"/>
              </p:cNvSpPr>
              <p:nvPr/>
            </p:nvSpPr>
            <p:spPr bwMode="auto">
              <a:xfrm>
                <a:off x="248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3" name="Rectangle 177"/>
              <p:cNvSpPr>
                <a:spLocks noChangeArrowheads="1"/>
              </p:cNvSpPr>
              <p:nvPr/>
            </p:nvSpPr>
            <p:spPr bwMode="auto">
              <a:xfrm>
                <a:off x="25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4" name="Rectangle 178"/>
              <p:cNvSpPr>
                <a:spLocks noChangeArrowheads="1"/>
              </p:cNvSpPr>
              <p:nvPr/>
            </p:nvSpPr>
            <p:spPr bwMode="auto">
              <a:xfrm>
                <a:off x="25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5" name="Rectangle 179"/>
              <p:cNvSpPr>
                <a:spLocks noChangeArrowheads="1"/>
              </p:cNvSpPr>
              <p:nvPr/>
            </p:nvSpPr>
            <p:spPr bwMode="auto">
              <a:xfrm>
                <a:off x="26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6" name="Rectangle 180"/>
              <p:cNvSpPr>
                <a:spLocks noChangeArrowheads="1"/>
              </p:cNvSpPr>
              <p:nvPr/>
            </p:nvSpPr>
            <p:spPr bwMode="auto">
              <a:xfrm>
                <a:off x="27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7" name="Rectangle 181"/>
              <p:cNvSpPr>
                <a:spLocks noChangeArrowheads="1"/>
              </p:cNvSpPr>
              <p:nvPr/>
            </p:nvSpPr>
            <p:spPr bwMode="auto">
              <a:xfrm>
                <a:off x="27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8" name="Rectangle 182"/>
              <p:cNvSpPr>
                <a:spLocks noChangeArrowheads="1"/>
              </p:cNvSpPr>
              <p:nvPr/>
            </p:nvSpPr>
            <p:spPr bwMode="auto">
              <a:xfrm>
                <a:off x="281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09" name="Rectangle 183"/>
              <p:cNvSpPr>
                <a:spLocks noChangeArrowheads="1"/>
              </p:cNvSpPr>
              <p:nvPr/>
            </p:nvSpPr>
            <p:spPr bwMode="auto">
              <a:xfrm>
                <a:off x="286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0" name="Rectangle 184"/>
              <p:cNvSpPr>
                <a:spLocks noChangeArrowheads="1"/>
              </p:cNvSpPr>
              <p:nvPr/>
            </p:nvSpPr>
            <p:spPr bwMode="auto">
              <a:xfrm>
                <a:off x="29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1" name="Rectangle 185"/>
              <p:cNvSpPr>
                <a:spLocks noChangeArrowheads="1"/>
              </p:cNvSpPr>
              <p:nvPr/>
            </p:nvSpPr>
            <p:spPr bwMode="auto">
              <a:xfrm>
                <a:off x="29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2" name="Rectangle 186"/>
              <p:cNvSpPr>
                <a:spLocks noChangeArrowheads="1"/>
              </p:cNvSpPr>
              <p:nvPr/>
            </p:nvSpPr>
            <p:spPr bwMode="auto">
              <a:xfrm>
                <a:off x="30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3" name="Rectangle 187"/>
              <p:cNvSpPr>
                <a:spLocks noChangeArrowheads="1"/>
              </p:cNvSpPr>
              <p:nvPr/>
            </p:nvSpPr>
            <p:spPr bwMode="auto">
              <a:xfrm>
                <a:off x="30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4" name="Rectangle 188"/>
              <p:cNvSpPr>
                <a:spLocks noChangeArrowheads="1"/>
              </p:cNvSpPr>
              <p:nvPr/>
            </p:nvSpPr>
            <p:spPr bwMode="auto">
              <a:xfrm>
                <a:off x="31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5" name="Rectangle 189"/>
              <p:cNvSpPr>
                <a:spLocks noChangeArrowheads="1"/>
              </p:cNvSpPr>
              <p:nvPr/>
            </p:nvSpPr>
            <p:spPr bwMode="auto">
              <a:xfrm>
                <a:off x="318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6" name="Rectangle 190"/>
              <p:cNvSpPr>
                <a:spLocks noChangeArrowheads="1"/>
              </p:cNvSpPr>
              <p:nvPr/>
            </p:nvSpPr>
            <p:spPr bwMode="auto">
              <a:xfrm>
                <a:off x="32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7" name="Rectangle 191"/>
              <p:cNvSpPr>
                <a:spLocks noChangeArrowheads="1"/>
              </p:cNvSpPr>
              <p:nvPr/>
            </p:nvSpPr>
            <p:spPr bwMode="auto">
              <a:xfrm>
                <a:off x="32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8" name="Rectangle 192"/>
              <p:cNvSpPr>
                <a:spLocks noChangeArrowheads="1"/>
              </p:cNvSpPr>
              <p:nvPr/>
            </p:nvSpPr>
            <p:spPr bwMode="auto">
              <a:xfrm>
                <a:off x="33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19" name="Rectangle 193"/>
              <p:cNvSpPr>
                <a:spLocks noChangeArrowheads="1"/>
              </p:cNvSpPr>
              <p:nvPr/>
            </p:nvSpPr>
            <p:spPr bwMode="auto">
              <a:xfrm>
                <a:off x="34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0" name="Rectangle 194"/>
              <p:cNvSpPr>
                <a:spLocks noChangeArrowheads="1"/>
              </p:cNvSpPr>
              <p:nvPr/>
            </p:nvSpPr>
            <p:spPr bwMode="auto">
              <a:xfrm>
                <a:off x="34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1" name="Rectangle 195"/>
              <p:cNvSpPr>
                <a:spLocks noChangeArrowheads="1"/>
              </p:cNvSpPr>
              <p:nvPr/>
            </p:nvSpPr>
            <p:spPr bwMode="auto">
              <a:xfrm>
                <a:off x="350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2" name="Rectangle 196"/>
              <p:cNvSpPr>
                <a:spLocks noChangeArrowheads="1"/>
              </p:cNvSpPr>
              <p:nvPr/>
            </p:nvSpPr>
            <p:spPr bwMode="auto">
              <a:xfrm>
                <a:off x="356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3" name="Rectangle 197"/>
              <p:cNvSpPr>
                <a:spLocks noChangeArrowheads="1"/>
              </p:cNvSpPr>
              <p:nvPr/>
            </p:nvSpPr>
            <p:spPr bwMode="auto">
              <a:xfrm>
                <a:off x="36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4" name="Rectangle 198"/>
              <p:cNvSpPr>
                <a:spLocks noChangeArrowheads="1"/>
              </p:cNvSpPr>
              <p:nvPr/>
            </p:nvSpPr>
            <p:spPr bwMode="auto">
              <a:xfrm>
                <a:off x="36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5" name="Rectangle 199"/>
              <p:cNvSpPr>
                <a:spLocks noChangeArrowheads="1"/>
              </p:cNvSpPr>
              <p:nvPr/>
            </p:nvSpPr>
            <p:spPr bwMode="auto">
              <a:xfrm>
                <a:off x="37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6" name="Rectangle 200"/>
              <p:cNvSpPr>
                <a:spLocks noChangeArrowheads="1"/>
              </p:cNvSpPr>
              <p:nvPr/>
            </p:nvSpPr>
            <p:spPr bwMode="auto">
              <a:xfrm>
                <a:off x="37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7" name="Rectangle 201"/>
              <p:cNvSpPr>
                <a:spLocks noChangeArrowheads="1"/>
              </p:cNvSpPr>
              <p:nvPr/>
            </p:nvSpPr>
            <p:spPr bwMode="auto">
              <a:xfrm>
                <a:off x="383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8" name="Rectangle 202"/>
              <p:cNvSpPr>
                <a:spLocks noChangeArrowheads="1"/>
              </p:cNvSpPr>
              <p:nvPr/>
            </p:nvSpPr>
            <p:spPr bwMode="auto">
              <a:xfrm>
                <a:off x="388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29" name="Rectangle 203"/>
              <p:cNvSpPr>
                <a:spLocks noChangeArrowheads="1"/>
              </p:cNvSpPr>
              <p:nvPr/>
            </p:nvSpPr>
            <p:spPr bwMode="auto">
              <a:xfrm>
                <a:off x="39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30" name="Rectangle 204"/>
              <p:cNvSpPr>
                <a:spLocks noChangeArrowheads="1"/>
              </p:cNvSpPr>
              <p:nvPr/>
            </p:nvSpPr>
            <p:spPr bwMode="auto">
              <a:xfrm>
                <a:off x="39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31" name="Rectangle 205"/>
              <p:cNvSpPr>
                <a:spLocks noChangeArrowheads="1"/>
              </p:cNvSpPr>
              <p:nvPr/>
            </p:nvSpPr>
            <p:spPr bwMode="auto">
              <a:xfrm>
                <a:off x="40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332" name="Rectangle 206"/>
              <p:cNvSpPr>
                <a:spLocks noChangeArrowheads="1"/>
              </p:cNvSpPr>
              <p:nvPr/>
            </p:nvSpPr>
            <p:spPr bwMode="auto">
              <a:xfrm>
                <a:off x="4102" y="1913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</p:grpSp>
        <p:grpSp>
          <p:nvGrpSpPr>
            <p:cNvPr id="81927" name="Group 207"/>
            <p:cNvGrpSpPr>
              <a:grpSpLocks/>
            </p:cNvGrpSpPr>
            <p:nvPr/>
          </p:nvGrpSpPr>
          <p:grpSpPr bwMode="auto">
            <a:xfrm>
              <a:off x="746" y="1151"/>
              <a:ext cx="4003" cy="2055"/>
              <a:chOff x="746" y="1151"/>
              <a:chExt cx="4003" cy="2055"/>
            </a:xfrm>
          </p:grpSpPr>
          <p:sp>
            <p:nvSpPr>
              <p:cNvPr id="81933" name="Rectangle 208"/>
              <p:cNvSpPr>
                <a:spLocks noChangeArrowheads="1"/>
              </p:cNvSpPr>
              <p:nvPr/>
            </p:nvSpPr>
            <p:spPr bwMode="auto">
              <a:xfrm>
                <a:off x="415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34" name="Rectangle 209"/>
              <p:cNvSpPr>
                <a:spLocks noChangeArrowheads="1"/>
              </p:cNvSpPr>
              <p:nvPr/>
            </p:nvSpPr>
            <p:spPr bwMode="auto">
              <a:xfrm>
                <a:off x="420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35" name="Rectangle 210"/>
              <p:cNvSpPr>
                <a:spLocks noChangeArrowheads="1"/>
              </p:cNvSpPr>
              <p:nvPr/>
            </p:nvSpPr>
            <p:spPr bwMode="auto">
              <a:xfrm>
                <a:off x="426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36" name="Rectangle 211"/>
              <p:cNvSpPr>
                <a:spLocks noChangeArrowheads="1"/>
              </p:cNvSpPr>
              <p:nvPr/>
            </p:nvSpPr>
            <p:spPr bwMode="auto">
              <a:xfrm>
                <a:off x="43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37" name="Rectangle 212"/>
              <p:cNvSpPr>
                <a:spLocks noChangeArrowheads="1"/>
              </p:cNvSpPr>
              <p:nvPr/>
            </p:nvSpPr>
            <p:spPr bwMode="auto">
              <a:xfrm>
                <a:off x="43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38" name="Rectangle 213"/>
              <p:cNvSpPr>
                <a:spLocks noChangeArrowheads="1"/>
              </p:cNvSpPr>
              <p:nvPr/>
            </p:nvSpPr>
            <p:spPr bwMode="auto">
              <a:xfrm>
                <a:off x="4425" y="1913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39" name="Rectangle 214"/>
              <p:cNvSpPr>
                <a:spLocks noChangeArrowheads="1"/>
              </p:cNvSpPr>
              <p:nvPr/>
            </p:nvSpPr>
            <p:spPr bwMode="auto">
              <a:xfrm>
                <a:off x="447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0" name="Rectangle 215"/>
              <p:cNvSpPr>
                <a:spLocks noChangeArrowheads="1"/>
              </p:cNvSpPr>
              <p:nvPr/>
            </p:nvSpPr>
            <p:spPr bwMode="auto">
              <a:xfrm>
                <a:off x="453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1" name="Rectangle 216"/>
              <p:cNvSpPr>
                <a:spLocks noChangeArrowheads="1"/>
              </p:cNvSpPr>
              <p:nvPr/>
            </p:nvSpPr>
            <p:spPr bwMode="auto">
              <a:xfrm>
                <a:off x="458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2" name="Rectangle 217"/>
              <p:cNvSpPr>
                <a:spLocks noChangeArrowheads="1"/>
              </p:cNvSpPr>
              <p:nvPr/>
            </p:nvSpPr>
            <p:spPr bwMode="auto">
              <a:xfrm>
                <a:off x="46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3" name="Rectangle 218"/>
              <p:cNvSpPr>
                <a:spLocks noChangeArrowheads="1"/>
              </p:cNvSpPr>
              <p:nvPr/>
            </p:nvSpPr>
            <p:spPr bwMode="auto">
              <a:xfrm>
                <a:off x="46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4" name="Rectangle 219"/>
              <p:cNvSpPr>
                <a:spLocks noChangeArrowheads="1"/>
              </p:cNvSpPr>
              <p:nvPr/>
            </p:nvSpPr>
            <p:spPr bwMode="auto">
              <a:xfrm>
                <a:off x="9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5" name="Rectangle 220"/>
              <p:cNvSpPr>
                <a:spLocks noChangeArrowheads="1"/>
              </p:cNvSpPr>
              <p:nvPr/>
            </p:nvSpPr>
            <p:spPr bwMode="auto">
              <a:xfrm>
                <a:off x="10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6" name="Rectangle 221"/>
              <p:cNvSpPr>
                <a:spLocks noChangeArrowheads="1"/>
              </p:cNvSpPr>
              <p:nvPr/>
            </p:nvSpPr>
            <p:spPr bwMode="auto">
              <a:xfrm>
                <a:off x="108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7" name="Rectangle 222"/>
              <p:cNvSpPr>
                <a:spLocks noChangeArrowheads="1"/>
              </p:cNvSpPr>
              <p:nvPr/>
            </p:nvSpPr>
            <p:spPr bwMode="auto">
              <a:xfrm>
                <a:off x="114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8" name="Rectangle 223"/>
              <p:cNvSpPr>
                <a:spLocks noChangeArrowheads="1"/>
              </p:cNvSpPr>
              <p:nvPr/>
            </p:nvSpPr>
            <p:spPr bwMode="auto">
              <a:xfrm>
                <a:off x="119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49" name="Rectangle 224"/>
              <p:cNvSpPr>
                <a:spLocks noChangeArrowheads="1"/>
              </p:cNvSpPr>
              <p:nvPr/>
            </p:nvSpPr>
            <p:spPr bwMode="auto">
              <a:xfrm>
                <a:off x="12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0" name="Rectangle 225"/>
              <p:cNvSpPr>
                <a:spLocks noChangeArrowheads="1"/>
              </p:cNvSpPr>
              <p:nvPr/>
            </p:nvSpPr>
            <p:spPr bwMode="auto">
              <a:xfrm>
                <a:off x="13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1" name="Rectangle 226"/>
              <p:cNvSpPr>
                <a:spLocks noChangeArrowheads="1"/>
              </p:cNvSpPr>
              <p:nvPr/>
            </p:nvSpPr>
            <p:spPr bwMode="auto">
              <a:xfrm>
                <a:off x="13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2" name="Rectangle 227"/>
              <p:cNvSpPr>
                <a:spLocks noChangeArrowheads="1"/>
              </p:cNvSpPr>
              <p:nvPr/>
            </p:nvSpPr>
            <p:spPr bwMode="auto">
              <a:xfrm>
                <a:off x="141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3" name="Rectangle 228"/>
              <p:cNvSpPr>
                <a:spLocks noChangeArrowheads="1"/>
              </p:cNvSpPr>
              <p:nvPr/>
            </p:nvSpPr>
            <p:spPr bwMode="auto">
              <a:xfrm>
                <a:off x="146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4" name="Rectangle 229"/>
              <p:cNvSpPr>
                <a:spLocks noChangeArrowheads="1"/>
              </p:cNvSpPr>
              <p:nvPr/>
            </p:nvSpPr>
            <p:spPr bwMode="auto">
              <a:xfrm>
                <a:off x="151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5" name="Rectangle 230"/>
              <p:cNvSpPr>
                <a:spLocks noChangeArrowheads="1"/>
              </p:cNvSpPr>
              <p:nvPr/>
            </p:nvSpPr>
            <p:spPr bwMode="auto">
              <a:xfrm>
                <a:off x="15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6" name="Rectangle 231"/>
              <p:cNvSpPr>
                <a:spLocks noChangeArrowheads="1"/>
              </p:cNvSpPr>
              <p:nvPr/>
            </p:nvSpPr>
            <p:spPr bwMode="auto">
              <a:xfrm>
                <a:off x="16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7" name="Rectangle 232"/>
              <p:cNvSpPr>
                <a:spLocks noChangeArrowheads="1"/>
              </p:cNvSpPr>
              <p:nvPr/>
            </p:nvSpPr>
            <p:spPr bwMode="auto">
              <a:xfrm>
                <a:off x="16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8" name="Rectangle 233"/>
              <p:cNvSpPr>
                <a:spLocks noChangeArrowheads="1"/>
              </p:cNvSpPr>
              <p:nvPr/>
            </p:nvSpPr>
            <p:spPr bwMode="auto">
              <a:xfrm>
                <a:off x="17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59" name="Rectangle 234"/>
              <p:cNvSpPr>
                <a:spLocks noChangeArrowheads="1"/>
              </p:cNvSpPr>
              <p:nvPr/>
            </p:nvSpPr>
            <p:spPr bwMode="auto">
              <a:xfrm>
                <a:off x="178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0" name="Rectangle 235"/>
              <p:cNvSpPr>
                <a:spLocks noChangeArrowheads="1"/>
              </p:cNvSpPr>
              <p:nvPr/>
            </p:nvSpPr>
            <p:spPr bwMode="auto">
              <a:xfrm>
                <a:off x="184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1" name="Rectangle 236"/>
              <p:cNvSpPr>
                <a:spLocks noChangeArrowheads="1"/>
              </p:cNvSpPr>
              <p:nvPr/>
            </p:nvSpPr>
            <p:spPr bwMode="auto">
              <a:xfrm>
                <a:off x="18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2" name="Rectangle 237"/>
              <p:cNvSpPr>
                <a:spLocks noChangeArrowheads="1"/>
              </p:cNvSpPr>
              <p:nvPr/>
            </p:nvSpPr>
            <p:spPr bwMode="auto">
              <a:xfrm>
                <a:off x="19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3" name="Rectangle 238"/>
              <p:cNvSpPr>
                <a:spLocks noChangeArrowheads="1"/>
              </p:cNvSpPr>
              <p:nvPr/>
            </p:nvSpPr>
            <p:spPr bwMode="auto">
              <a:xfrm>
                <a:off x="20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4" name="Rectangle 239"/>
              <p:cNvSpPr>
                <a:spLocks noChangeArrowheads="1"/>
              </p:cNvSpPr>
              <p:nvPr/>
            </p:nvSpPr>
            <p:spPr bwMode="auto">
              <a:xfrm>
                <a:off x="20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5" name="Rectangle 240"/>
              <p:cNvSpPr>
                <a:spLocks noChangeArrowheads="1"/>
              </p:cNvSpPr>
              <p:nvPr/>
            </p:nvSpPr>
            <p:spPr bwMode="auto">
              <a:xfrm>
                <a:off x="211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6" name="Rectangle 241"/>
              <p:cNvSpPr>
                <a:spLocks noChangeArrowheads="1"/>
              </p:cNvSpPr>
              <p:nvPr/>
            </p:nvSpPr>
            <p:spPr bwMode="auto">
              <a:xfrm>
                <a:off x="216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7" name="Rectangle 242"/>
              <p:cNvSpPr>
                <a:spLocks noChangeArrowheads="1"/>
              </p:cNvSpPr>
              <p:nvPr/>
            </p:nvSpPr>
            <p:spPr bwMode="auto">
              <a:xfrm>
                <a:off x="22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8" name="Rectangle 243"/>
              <p:cNvSpPr>
                <a:spLocks noChangeArrowheads="1"/>
              </p:cNvSpPr>
              <p:nvPr/>
            </p:nvSpPr>
            <p:spPr bwMode="auto">
              <a:xfrm>
                <a:off x="22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69" name="Rectangle 244"/>
              <p:cNvSpPr>
                <a:spLocks noChangeArrowheads="1"/>
              </p:cNvSpPr>
              <p:nvPr/>
            </p:nvSpPr>
            <p:spPr bwMode="auto">
              <a:xfrm>
                <a:off x="23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0" name="Rectangle 245"/>
              <p:cNvSpPr>
                <a:spLocks noChangeArrowheads="1"/>
              </p:cNvSpPr>
              <p:nvPr/>
            </p:nvSpPr>
            <p:spPr bwMode="auto">
              <a:xfrm>
                <a:off x="23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1" name="Rectangle 246"/>
              <p:cNvSpPr>
                <a:spLocks noChangeArrowheads="1"/>
              </p:cNvSpPr>
              <p:nvPr/>
            </p:nvSpPr>
            <p:spPr bwMode="auto">
              <a:xfrm>
                <a:off x="24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2" name="Rectangle 247"/>
              <p:cNvSpPr>
                <a:spLocks noChangeArrowheads="1"/>
              </p:cNvSpPr>
              <p:nvPr/>
            </p:nvSpPr>
            <p:spPr bwMode="auto">
              <a:xfrm>
                <a:off x="248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3" name="Rectangle 248"/>
              <p:cNvSpPr>
                <a:spLocks noChangeArrowheads="1"/>
              </p:cNvSpPr>
              <p:nvPr/>
            </p:nvSpPr>
            <p:spPr bwMode="auto">
              <a:xfrm>
                <a:off x="25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4" name="Rectangle 249"/>
              <p:cNvSpPr>
                <a:spLocks noChangeArrowheads="1"/>
              </p:cNvSpPr>
              <p:nvPr/>
            </p:nvSpPr>
            <p:spPr bwMode="auto">
              <a:xfrm>
                <a:off x="25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5" name="Rectangle 250"/>
              <p:cNvSpPr>
                <a:spLocks noChangeArrowheads="1"/>
              </p:cNvSpPr>
              <p:nvPr/>
            </p:nvSpPr>
            <p:spPr bwMode="auto">
              <a:xfrm>
                <a:off x="26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6" name="Rectangle 251"/>
              <p:cNvSpPr>
                <a:spLocks noChangeArrowheads="1"/>
              </p:cNvSpPr>
              <p:nvPr/>
            </p:nvSpPr>
            <p:spPr bwMode="auto">
              <a:xfrm>
                <a:off x="27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7" name="Rectangle 252"/>
              <p:cNvSpPr>
                <a:spLocks noChangeArrowheads="1"/>
              </p:cNvSpPr>
              <p:nvPr/>
            </p:nvSpPr>
            <p:spPr bwMode="auto">
              <a:xfrm>
                <a:off x="27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8" name="Rectangle 253"/>
              <p:cNvSpPr>
                <a:spLocks noChangeArrowheads="1"/>
              </p:cNvSpPr>
              <p:nvPr/>
            </p:nvSpPr>
            <p:spPr bwMode="auto">
              <a:xfrm>
                <a:off x="281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79" name="Rectangle 254"/>
              <p:cNvSpPr>
                <a:spLocks noChangeArrowheads="1"/>
              </p:cNvSpPr>
              <p:nvPr/>
            </p:nvSpPr>
            <p:spPr bwMode="auto">
              <a:xfrm>
                <a:off x="286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0" name="Rectangle 255"/>
              <p:cNvSpPr>
                <a:spLocks noChangeArrowheads="1"/>
              </p:cNvSpPr>
              <p:nvPr/>
            </p:nvSpPr>
            <p:spPr bwMode="auto">
              <a:xfrm>
                <a:off x="29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1" name="Rectangle 256"/>
              <p:cNvSpPr>
                <a:spLocks noChangeArrowheads="1"/>
              </p:cNvSpPr>
              <p:nvPr/>
            </p:nvSpPr>
            <p:spPr bwMode="auto">
              <a:xfrm>
                <a:off x="29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2" name="Rectangle 257"/>
              <p:cNvSpPr>
                <a:spLocks noChangeArrowheads="1"/>
              </p:cNvSpPr>
              <p:nvPr/>
            </p:nvSpPr>
            <p:spPr bwMode="auto">
              <a:xfrm>
                <a:off x="30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3" name="Rectangle 258"/>
              <p:cNvSpPr>
                <a:spLocks noChangeArrowheads="1"/>
              </p:cNvSpPr>
              <p:nvPr/>
            </p:nvSpPr>
            <p:spPr bwMode="auto">
              <a:xfrm>
                <a:off x="30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4" name="Rectangle 259"/>
              <p:cNvSpPr>
                <a:spLocks noChangeArrowheads="1"/>
              </p:cNvSpPr>
              <p:nvPr/>
            </p:nvSpPr>
            <p:spPr bwMode="auto">
              <a:xfrm>
                <a:off x="31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5" name="Rectangle 260"/>
              <p:cNvSpPr>
                <a:spLocks noChangeArrowheads="1"/>
              </p:cNvSpPr>
              <p:nvPr/>
            </p:nvSpPr>
            <p:spPr bwMode="auto">
              <a:xfrm>
                <a:off x="318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6" name="Rectangle 261"/>
              <p:cNvSpPr>
                <a:spLocks noChangeArrowheads="1"/>
              </p:cNvSpPr>
              <p:nvPr/>
            </p:nvSpPr>
            <p:spPr bwMode="auto">
              <a:xfrm>
                <a:off x="32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7" name="Rectangle 262"/>
              <p:cNvSpPr>
                <a:spLocks noChangeArrowheads="1"/>
              </p:cNvSpPr>
              <p:nvPr/>
            </p:nvSpPr>
            <p:spPr bwMode="auto">
              <a:xfrm>
                <a:off x="32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8" name="Rectangle 263"/>
              <p:cNvSpPr>
                <a:spLocks noChangeArrowheads="1"/>
              </p:cNvSpPr>
              <p:nvPr/>
            </p:nvSpPr>
            <p:spPr bwMode="auto">
              <a:xfrm>
                <a:off x="33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89" name="Rectangle 264"/>
              <p:cNvSpPr>
                <a:spLocks noChangeArrowheads="1"/>
              </p:cNvSpPr>
              <p:nvPr/>
            </p:nvSpPr>
            <p:spPr bwMode="auto">
              <a:xfrm>
                <a:off x="34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0" name="Rectangle 265"/>
              <p:cNvSpPr>
                <a:spLocks noChangeArrowheads="1"/>
              </p:cNvSpPr>
              <p:nvPr/>
            </p:nvSpPr>
            <p:spPr bwMode="auto">
              <a:xfrm>
                <a:off x="34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1" name="Rectangle 266"/>
              <p:cNvSpPr>
                <a:spLocks noChangeArrowheads="1"/>
              </p:cNvSpPr>
              <p:nvPr/>
            </p:nvSpPr>
            <p:spPr bwMode="auto">
              <a:xfrm>
                <a:off x="350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2" name="Rectangle 267"/>
              <p:cNvSpPr>
                <a:spLocks noChangeArrowheads="1"/>
              </p:cNvSpPr>
              <p:nvPr/>
            </p:nvSpPr>
            <p:spPr bwMode="auto">
              <a:xfrm>
                <a:off x="356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3" name="Rectangle 268"/>
              <p:cNvSpPr>
                <a:spLocks noChangeArrowheads="1"/>
              </p:cNvSpPr>
              <p:nvPr/>
            </p:nvSpPr>
            <p:spPr bwMode="auto">
              <a:xfrm>
                <a:off x="36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4" name="Rectangle 269"/>
              <p:cNvSpPr>
                <a:spLocks noChangeArrowheads="1"/>
              </p:cNvSpPr>
              <p:nvPr/>
            </p:nvSpPr>
            <p:spPr bwMode="auto">
              <a:xfrm>
                <a:off x="36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5" name="Rectangle 270"/>
              <p:cNvSpPr>
                <a:spLocks noChangeArrowheads="1"/>
              </p:cNvSpPr>
              <p:nvPr/>
            </p:nvSpPr>
            <p:spPr bwMode="auto">
              <a:xfrm>
                <a:off x="37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6" name="Rectangle 271"/>
              <p:cNvSpPr>
                <a:spLocks noChangeArrowheads="1"/>
              </p:cNvSpPr>
              <p:nvPr/>
            </p:nvSpPr>
            <p:spPr bwMode="auto">
              <a:xfrm>
                <a:off x="37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7" name="Rectangle 272"/>
              <p:cNvSpPr>
                <a:spLocks noChangeArrowheads="1"/>
              </p:cNvSpPr>
              <p:nvPr/>
            </p:nvSpPr>
            <p:spPr bwMode="auto">
              <a:xfrm>
                <a:off x="383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8" name="Rectangle 273"/>
              <p:cNvSpPr>
                <a:spLocks noChangeArrowheads="1"/>
              </p:cNvSpPr>
              <p:nvPr/>
            </p:nvSpPr>
            <p:spPr bwMode="auto">
              <a:xfrm>
                <a:off x="388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1999" name="Rectangle 274"/>
              <p:cNvSpPr>
                <a:spLocks noChangeArrowheads="1"/>
              </p:cNvSpPr>
              <p:nvPr/>
            </p:nvSpPr>
            <p:spPr bwMode="auto">
              <a:xfrm>
                <a:off x="39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0" name="Rectangle 275"/>
              <p:cNvSpPr>
                <a:spLocks noChangeArrowheads="1"/>
              </p:cNvSpPr>
              <p:nvPr/>
            </p:nvSpPr>
            <p:spPr bwMode="auto">
              <a:xfrm>
                <a:off x="39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1" name="Rectangle 276"/>
              <p:cNvSpPr>
                <a:spLocks noChangeArrowheads="1"/>
              </p:cNvSpPr>
              <p:nvPr/>
            </p:nvSpPr>
            <p:spPr bwMode="auto">
              <a:xfrm>
                <a:off x="40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2" name="Rectangle 277"/>
              <p:cNvSpPr>
                <a:spLocks noChangeArrowheads="1"/>
              </p:cNvSpPr>
              <p:nvPr/>
            </p:nvSpPr>
            <p:spPr bwMode="auto">
              <a:xfrm>
                <a:off x="4102" y="157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3" name="Rectangle 278"/>
              <p:cNvSpPr>
                <a:spLocks noChangeArrowheads="1"/>
              </p:cNvSpPr>
              <p:nvPr/>
            </p:nvSpPr>
            <p:spPr bwMode="auto">
              <a:xfrm>
                <a:off x="415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4" name="Rectangle 279"/>
              <p:cNvSpPr>
                <a:spLocks noChangeArrowheads="1"/>
              </p:cNvSpPr>
              <p:nvPr/>
            </p:nvSpPr>
            <p:spPr bwMode="auto">
              <a:xfrm>
                <a:off x="420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5" name="Rectangle 280"/>
              <p:cNvSpPr>
                <a:spLocks noChangeArrowheads="1"/>
              </p:cNvSpPr>
              <p:nvPr/>
            </p:nvSpPr>
            <p:spPr bwMode="auto">
              <a:xfrm>
                <a:off x="426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6" name="Rectangle 281"/>
              <p:cNvSpPr>
                <a:spLocks noChangeArrowheads="1"/>
              </p:cNvSpPr>
              <p:nvPr/>
            </p:nvSpPr>
            <p:spPr bwMode="auto">
              <a:xfrm>
                <a:off x="43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7" name="Rectangle 282"/>
              <p:cNvSpPr>
                <a:spLocks noChangeArrowheads="1"/>
              </p:cNvSpPr>
              <p:nvPr/>
            </p:nvSpPr>
            <p:spPr bwMode="auto">
              <a:xfrm>
                <a:off x="43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8" name="Rectangle 283"/>
              <p:cNvSpPr>
                <a:spLocks noChangeArrowheads="1"/>
              </p:cNvSpPr>
              <p:nvPr/>
            </p:nvSpPr>
            <p:spPr bwMode="auto">
              <a:xfrm>
                <a:off x="4425" y="157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09" name="Rectangle 284"/>
              <p:cNvSpPr>
                <a:spLocks noChangeArrowheads="1"/>
              </p:cNvSpPr>
              <p:nvPr/>
            </p:nvSpPr>
            <p:spPr bwMode="auto">
              <a:xfrm>
                <a:off x="447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0" name="Rectangle 285"/>
              <p:cNvSpPr>
                <a:spLocks noChangeArrowheads="1"/>
              </p:cNvSpPr>
              <p:nvPr/>
            </p:nvSpPr>
            <p:spPr bwMode="auto">
              <a:xfrm>
                <a:off x="453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1" name="Rectangle 286"/>
              <p:cNvSpPr>
                <a:spLocks noChangeArrowheads="1"/>
              </p:cNvSpPr>
              <p:nvPr/>
            </p:nvSpPr>
            <p:spPr bwMode="auto">
              <a:xfrm>
                <a:off x="458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2" name="Rectangle 287"/>
              <p:cNvSpPr>
                <a:spLocks noChangeArrowheads="1"/>
              </p:cNvSpPr>
              <p:nvPr/>
            </p:nvSpPr>
            <p:spPr bwMode="auto">
              <a:xfrm>
                <a:off x="46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3" name="Rectangle 288"/>
              <p:cNvSpPr>
                <a:spLocks noChangeArrowheads="1"/>
              </p:cNvSpPr>
              <p:nvPr/>
            </p:nvSpPr>
            <p:spPr bwMode="auto">
              <a:xfrm>
                <a:off x="46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4" name="Rectangle 289"/>
              <p:cNvSpPr>
                <a:spLocks noChangeArrowheads="1"/>
              </p:cNvSpPr>
              <p:nvPr/>
            </p:nvSpPr>
            <p:spPr bwMode="auto">
              <a:xfrm>
                <a:off x="9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5" name="Rectangle 290"/>
              <p:cNvSpPr>
                <a:spLocks noChangeArrowheads="1"/>
              </p:cNvSpPr>
              <p:nvPr/>
            </p:nvSpPr>
            <p:spPr bwMode="auto">
              <a:xfrm>
                <a:off x="10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6" name="Rectangle 291"/>
              <p:cNvSpPr>
                <a:spLocks noChangeArrowheads="1"/>
              </p:cNvSpPr>
              <p:nvPr/>
            </p:nvSpPr>
            <p:spPr bwMode="auto">
              <a:xfrm>
                <a:off x="108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7" name="Rectangle 292"/>
              <p:cNvSpPr>
                <a:spLocks noChangeArrowheads="1"/>
              </p:cNvSpPr>
              <p:nvPr/>
            </p:nvSpPr>
            <p:spPr bwMode="auto">
              <a:xfrm>
                <a:off x="114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8" name="Rectangle 293"/>
              <p:cNvSpPr>
                <a:spLocks noChangeArrowheads="1"/>
              </p:cNvSpPr>
              <p:nvPr/>
            </p:nvSpPr>
            <p:spPr bwMode="auto">
              <a:xfrm>
                <a:off x="119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19" name="Rectangle 294"/>
              <p:cNvSpPr>
                <a:spLocks noChangeArrowheads="1"/>
              </p:cNvSpPr>
              <p:nvPr/>
            </p:nvSpPr>
            <p:spPr bwMode="auto">
              <a:xfrm>
                <a:off x="12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0" name="Rectangle 295"/>
              <p:cNvSpPr>
                <a:spLocks noChangeArrowheads="1"/>
              </p:cNvSpPr>
              <p:nvPr/>
            </p:nvSpPr>
            <p:spPr bwMode="auto">
              <a:xfrm>
                <a:off x="13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1" name="Rectangle 296"/>
              <p:cNvSpPr>
                <a:spLocks noChangeArrowheads="1"/>
              </p:cNvSpPr>
              <p:nvPr/>
            </p:nvSpPr>
            <p:spPr bwMode="auto">
              <a:xfrm>
                <a:off x="13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2" name="Rectangle 297"/>
              <p:cNvSpPr>
                <a:spLocks noChangeArrowheads="1"/>
              </p:cNvSpPr>
              <p:nvPr/>
            </p:nvSpPr>
            <p:spPr bwMode="auto">
              <a:xfrm>
                <a:off x="141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3" name="Rectangle 298"/>
              <p:cNvSpPr>
                <a:spLocks noChangeArrowheads="1"/>
              </p:cNvSpPr>
              <p:nvPr/>
            </p:nvSpPr>
            <p:spPr bwMode="auto">
              <a:xfrm>
                <a:off x="146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4" name="Rectangle 299"/>
              <p:cNvSpPr>
                <a:spLocks noChangeArrowheads="1"/>
              </p:cNvSpPr>
              <p:nvPr/>
            </p:nvSpPr>
            <p:spPr bwMode="auto">
              <a:xfrm>
                <a:off x="151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5" name="Rectangle 300"/>
              <p:cNvSpPr>
                <a:spLocks noChangeArrowheads="1"/>
              </p:cNvSpPr>
              <p:nvPr/>
            </p:nvSpPr>
            <p:spPr bwMode="auto">
              <a:xfrm>
                <a:off x="15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6" name="Rectangle 301"/>
              <p:cNvSpPr>
                <a:spLocks noChangeArrowheads="1"/>
              </p:cNvSpPr>
              <p:nvPr/>
            </p:nvSpPr>
            <p:spPr bwMode="auto">
              <a:xfrm>
                <a:off x="16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7" name="Rectangle 302"/>
              <p:cNvSpPr>
                <a:spLocks noChangeArrowheads="1"/>
              </p:cNvSpPr>
              <p:nvPr/>
            </p:nvSpPr>
            <p:spPr bwMode="auto">
              <a:xfrm>
                <a:off x="16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8" name="Rectangle 303"/>
              <p:cNvSpPr>
                <a:spLocks noChangeArrowheads="1"/>
              </p:cNvSpPr>
              <p:nvPr/>
            </p:nvSpPr>
            <p:spPr bwMode="auto">
              <a:xfrm>
                <a:off x="17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29" name="Rectangle 304"/>
              <p:cNvSpPr>
                <a:spLocks noChangeArrowheads="1"/>
              </p:cNvSpPr>
              <p:nvPr/>
            </p:nvSpPr>
            <p:spPr bwMode="auto">
              <a:xfrm>
                <a:off x="178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0" name="Rectangle 305"/>
              <p:cNvSpPr>
                <a:spLocks noChangeArrowheads="1"/>
              </p:cNvSpPr>
              <p:nvPr/>
            </p:nvSpPr>
            <p:spPr bwMode="auto">
              <a:xfrm>
                <a:off x="184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1" name="Rectangle 306"/>
              <p:cNvSpPr>
                <a:spLocks noChangeArrowheads="1"/>
              </p:cNvSpPr>
              <p:nvPr/>
            </p:nvSpPr>
            <p:spPr bwMode="auto">
              <a:xfrm>
                <a:off x="18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2" name="Rectangle 307"/>
              <p:cNvSpPr>
                <a:spLocks noChangeArrowheads="1"/>
              </p:cNvSpPr>
              <p:nvPr/>
            </p:nvSpPr>
            <p:spPr bwMode="auto">
              <a:xfrm>
                <a:off x="19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3" name="Rectangle 308"/>
              <p:cNvSpPr>
                <a:spLocks noChangeArrowheads="1"/>
              </p:cNvSpPr>
              <p:nvPr/>
            </p:nvSpPr>
            <p:spPr bwMode="auto">
              <a:xfrm>
                <a:off x="20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4" name="Rectangle 309"/>
              <p:cNvSpPr>
                <a:spLocks noChangeArrowheads="1"/>
              </p:cNvSpPr>
              <p:nvPr/>
            </p:nvSpPr>
            <p:spPr bwMode="auto">
              <a:xfrm>
                <a:off x="20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5" name="Rectangle 310"/>
              <p:cNvSpPr>
                <a:spLocks noChangeArrowheads="1"/>
              </p:cNvSpPr>
              <p:nvPr/>
            </p:nvSpPr>
            <p:spPr bwMode="auto">
              <a:xfrm>
                <a:off x="211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6" name="Rectangle 311"/>
              <p:cNvSpPr>
                <a:spLocks noChangeArrowheads="1"/>
              </p:cNvSpPr>
              <p:nvPr/>
            </p:nvSpPr>
            <p:spPr bwMode="auto">
              <a:xfrm>
                <a:off x="216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7" name="Rectangle 312"/>
              <p:cNvSpPr>
                <a:spLocks noChangeArrowheads="1"/>
              </p:cNvSpPr>
              <p:nvPr/>
            </p:nvSpPr>
            <p:spPr bwMode="auto">
              <a:xfrm>
                <a:off x="22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8" name="Rectangle 313"/>
              <p:cNvSpPr>
                <a:spLocks noChangeArrowheads="1"/>
              </p:cNvSpPr>
              <p:nvPr/>
            </p:nvSpPr>
            <p:spPr bwMode="auto">
              <a:xfrm>
                <a:off x="22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39" name="Rectangle 314"/>
              <p:cNvSpPr>
                <a:spLocks noChangeArrowheads="1"/>
              </p:cNvSpPr>
              <p:nvPr/>
            </p:nvSpPr>
            <p:spPr bwMode="auto">
              <a:xfrm>
                <a:off x="23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0" name="Rectangle 315"/>
              <p:cNvSpPr>
                <a:spLocks noChangeArrowheads="1"/>
              </p:cNvSpPr>
              <p:nvPr/>
            </p:nvSpPr>
            <p:spPr bwMode="auto">
              <a:xfrm>
                <a:off x="23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1" name="Rectangle 316"/>
              <p:cNvSpPr>
                <a:spLocks noChangeArrowheads="1"/>
              </p:cNvSpPr>
              <p:nvPr/>
            </p:nvSpPr>
            <p:spPr bwMode="auto">
              <a:xfrm>
                <a:off x="24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2" name="Rectangle 317"/>
              <p:cNvSpPr>
                <a:spLocks noChangeArrowheads="1"/>
              </p:cNvSpPr>
              <p:nvPr/>
            </p:nvSpPr>
            <p:spPr bwMode="auto">
              <a:xfrm>
                <a:off x="248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3" name="Rectangle 318"/>
              <p:cNvSpPr>
                <a:spLocks noChangeArrowheads="1"/>
              </p:cNvSpPr>
              <p:nvPr/>
            </p:nvSpPr>
            <p:spPr bwMode="auto">
              <a:xfrm>
                <a:off x="25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4" name="Rectangle 319"/>
              <p:cNvSpPr>
                <a:spLocks noChangeArrowheads="1"/>
              </p:cNvSpPr>
              <p:nvPr/>
            </p:nvSpPr>
            <p:spPr bwMode="auto">
              <a:xfrm>
                <a:off x="25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5" name="Rectangle 320"/>
              <p:cNvSpPr>
                <a:spLocks noChangeArrowheads="1"/>
              </p:cNvSpPr>
              <p:nvPr/>
            </p:nvSpPr>
            <p:spPr bwMode="auto">
              <a:xfrm>
                <a:off x="26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6" name="Rectangle 321"/>
              <p:cNvSpPr>
                <a:spLocks noChangeArrowheads="1"/>
              </p:cNvSpPr>
              <p:nvPr/>
            </p:nvSpPr>
            <p:spPr bwMode="auto">
              <a:xfrm>
                <a:off x="27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7" name="Rectangle 322"/>
              <p:cNvSpPr>
                <a:spLocks noChangeArrowheads="1"/>
              </p:cNvSpPr>
              <p:nvPr/>
            </p:nvSpPr>
            <p:spPr bwMode="auto">
              <a:xfrm>
                <a:off x="27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8" name="Rectangle 323"/>
              <p:cNvSpPr>
                <a:spLocks noChangeArrowheads="1"/>
              </p:cNvSpPr>
              <p:nvPr/>
            </p:nvSpPr>
            <p:spPr bwMode="auto">
              <a:xfrm>
                <a:off x="281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49" name="Rectangle 324"/>
              <p:cNvSpPr>
                <a:spLocks noChangeArrowheads="1"/>
              </p:cNvSpPr>
              <p:nvPr/>
            </p:nvSpPr>
            <p:spPr bwMode="auto">
              <a:xfrm>
                <a:off x="286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0" name="Rectangle 325"/>
              <p:cNvSpPr>
                <a:spLocks noChangeArrowheads="1"/>
              </p:cNvSpPr>
              <p:nvPr/>
            </p:nvSpPr>
            <p:spPr bwMode="auto">
              <a:xfrm>
                <a:off x="29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1" name="Rectangle 326"/>
              <p:cNvSpPr>
                <a:spLocks noChangeArrowheads="1"/>
              </p:cNvSpPr>
              <p:nvPr/>
            </p:nvSpPr>
            <p:spPr bwMode="auto">
              <a:xfrm>
                <a:off x="29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2" name="Rectangle 327"/>
              <p:cNvSpPr>
                <a:spLocks noChangeArrowheads="1"/>
              </p:cNvSpPr>
              <p:nvPr/>
            </p:nvSpPr>
            <p:spPr bwMode="auto">
              <a:xfrm>
                <a:off x="30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3" name="Rectangle 328"/>
              <p:cNvSpPr>
                <a:spLocks noChangeArrowheads="1"/>
              </p:cNvSpPr>
              <p:nvPr/>
            </p:nvSpPr>
            <p:spPr bwMode="auto">
              <a:xfrm>
                <a:off x="30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4" name="Rectangle 329"/>
              <p:cNvSpPr>
                <a:spLocks noChangeArrowheads="1"/>
              </p:cNvSpPr>
              <p:nvPr/>
            </p:nvSpPr>
            <p:spPr bwMode="auto">
              <a:xfrm>
                <a:off x="31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5" name="Rectangle 330"/>
              <p:cNvSpPr>
                <a:spLocks noChangeArrowheads="1"/>
              </p:cNvSpPr>
              <p:nvPr/>
            </p:nvSpPr>
            <p:spPr bwMode="auto">
              <a:xfrm>
                <a:off x="318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6" name="Rectangle 331"/>
              <p:cNvSpPr>
                <a:spLocks noChangeArrowheads="1"/>
              </p:cNvSpPr>
              <p:nvPr/>
            </p:nvSpPr>
            <p:spPr bwMode="auto">
              <a:xfrm>
                <a:off x="32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7" name="Rectangle 332"/>
              <p:cNvSpPr>
                <a:spLocks noChangeArrowheads="1"/>
              </p:cNvSpPr>
              <p:nvPr/>
            </p:nvSpPr>
            <p:spPr bwMode="auto">
              <a:xfrm>
                <a:off x="32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8" name="Rectangle 333"/>
              <p:cNvSpPr>
                <a:spLocks noChangeArrowheads="1"/>
              </p:cNvSpPr>
              <p:nvPr/>
            </p:nvSpPr>
            <p:spPr bwMode="auto">
              <a:xfrm>
                <a:off x="33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59" name="Rectangle 334"/>
              <p:cNvSpPr>
                <a:spLocks noChangeArrowheads="1"/>
              </p:cNvSpPr>
              <p:nvPr/>
            </p:nvSpPr>
            <p:spPr bwMode="auto">
              <a:xfrm>
                <a:off x="34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0" name="Rectangle 335"/>
              <p:cNvSpPr>
                <a:spLocks noChangeArrowheads="1"/>
              </p:cNvSpPr>
              <p:nvPr/>
            </p:nvSpPr>
            <p:spPr bwMode="auto">
              <a:xfrm>
                <a:off x="34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1" name="Rectangle 336"/>
              <p:cNvSpPr>
                <a:spLocks noChangeArrowheads="1"/>
              </p:cNvSpPr>
              <p:nvPr/>
            </p:nvSpPr>
            <p:spPr bwMode="auto">
              <a:xfrm>
                <a:off x="350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2" name="Rectangle 337"/>
              <p:cNvSpPr>
                <a:spLocks noChangeArrowheads="1"/>
              </p:cNvSpPr>
              <p:nvPr/>
            </p:nvSpPr>
            <p:spPr bwMode="auto">
              <a:xfrm>
                <a:off x="356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3" name="Rectangle 338"/>
              <p:cNvSpPr>
                <a:spLocks noChangeArrowheads="1"/>
              </p:cNvSpPr>
              <p:nvPr/>
            </p:nvSpPr>
            <p:spPr bwMode="auto">
              <a:xfrm>
                <a:off x="36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4" name="Rectangle 339"/>
              <p:cNvSpPr>
                <a:spLocks noChangeArrowheads="1"/>
              </p:cNvSpPr>
              <p:nvPr/>
            </p:nvSpPr>
            <p:spPr bwMode="auto">
              <a:xfrm>
                <a:off x="36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5" name="Rectangle 340"/>
              <p:cNvSpPr>
                <a:spLocks noChangeArrowheads="1"/>
              </p:cNvSpPr>
              <p:nvPr/>
            </p:nvSpPr>
            <p:spPr bwMode="auto">
              <a:xfrm>
                <a:off x="37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6" name="Rectangle 341"/>
              <p:cNvSpPr>
                <a:spLocks noChangeArrowheads="1"/>
              </p:cNvSpPr>
              <p:nvPr/>
            </p:nvSpPr>
            <p:spPr bwMode="auto">
              <a:xfrm>
                <a:off x="37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7" name="Rectangle 342"/>
              <p:cNvSpPr>
                <a:spLocks noChangeArrowheads="1"/>
              </p:cNvSpPr>
              <p:nvPr/>
            </p:nvSpPr>
            <p:spPr bwMode="auto">
              <a:xfrm>
                <a:off x="383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8" name="Rectangle 343"/>
              <p:cNvSpPr>
                <a:spLocks noChangeArrowheads="1"/>
              </p:cNvSpPr>
              <p:nvPr/>
            </p:nvSpPr>
            <p:spPr bwMode="auto">
              <a:xfrm>
                <a:off x="388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69" name="Rectangle 344"/>
              <p:cNvSpPr>
                <a:spLocks noChangeArrowheads="1"/>
              </p:cNvSpPr>
              <p:nvPr/>
            </p:nvSpPr>
            <p:spPr bwMode="auto">
              <a:xfrm>
                <a:off x="39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0" name="Rectangle 345"/>
              <p:cNvSpPr>
                <a:spLocks noChangeArrowheads="1"/>
              </p:cNvSpPr>
              <p:nvPr/>
            </p:nvSpPr>
            <p:spPr bwMode="auto">
              <a:xfrm>
                <a:off x="39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1" name="Rectangle 346"/>
              <p:cNvSpPr>
                <a:spLocks noChangeArrowheads="1"/>
              </p:cNvSpPr>
              <p:nvPr/>
            </p:nvSpPr>
            <p:spPr bwMode="auto">
              <a:xfrm>
                <a:off x="40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2" name="Rectangle 347"/>
              <p:cNvSpPr>
                <a:spLocks noChangeArrowheads="1"/>
              </p:cNvSpPr>
              <p:nvPr/>
            </p:nvSpPr>
            <p:spPr bwMode="auto">
              <a:xfrm>
                <a:off x="4102" y="123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3" name="Rectangle 348"/>
              <p:cNvSpPr>
                <a:spLocks noChangeArrowheads="1"/>
              </p:cNvSpPr>
              <p:nvPr/>
            </p:nvSpPr>
            <p:spPr bwMode="auto">
              <a:xfrm>
                <a:off x="415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4" name="Rectangle 349"/>
              <p:cNvSpPr>
                <a:spLocks noChangeArrowheads="1"/>
              </p:cNvSpPr>
              <p:nvPr/>
            </p:nvSpPr>
            <p:spPr bwMode="auto">
              <a:xfrm>
                <a:off x="420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5" name="Rectangle 350"/>
              <p:cNvSpPr>
                <a:spLocks noChangeArrowheads="1"/>
              </p:cNvSpPr>
              <p:nvPr/>
            </p:nvSpPr>
            <p:spPr bwMode="auto">
              <a:xfrm>
                <a:off x="426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6" name="Rectangle 351"/>
              <p:cNvSpPr>
                <a:spLocks noChangeArrowheads="1"/>
              </p:cNvSpPr>
              <p:nvPr/>
            </p:nvSpPr>
            <p:spPr bwMode="auto">
              <a:xfrm>
                <a:off x="43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7" name="Rectangle 352"/>
              <p:cNvSpPr>
                <a:spLocks noChangeArrowheads="1"/>
              </p:cNvSpPr>
              <p:nvPr/>
            </p:nvSpPr>
            <p:spPr bwMode="auto">
              <a:xfrm>
                <a:off x="43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8" name="Rectangle 353"/>
              <p:cNvSpPr>
                <a:spLocks noChangeArrowheads="1"/>
              </p:cNvSpPr>
              <p:nvPr/>
            </p:nvSpPr>
            <p:spPr bwMode="auto">
              <a:xfrm>
                <a:off x="4425" y="123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79" name="Rectangle 354"/>
              <p:cNvSpPr>
                <a:spLocks noChangeArrowheads="1"/>
              </p:cNvSpPr>
              <p:nvPr/>
            </p:nvSpPr>
            <p:spPr bwMode="auto">
              <a:xfrm>
                <a:off x="447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0" name="Rectangle 355"/>
              <p:cNvSpPr>
                <a:spLocks noChangeArrowheads="1"/>
              </p:cNvSpPr>
              <p:nvPr/>
            </p:nvSpPr>
            <p:spPr bwMode="auto">
              <a:xfrm>
                <a:off x="453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1" name="Rectangle 356"/>
              <p:cNvSpPr>
                <a:spLocks noChangeArrowheads="1"/>
              </p:cNvSpPr>
              <p:nvPr/>
            </p:nvSpPr>
            <p:spPr bwMode="auto">
              <a:xfrm>
                <a:off x="458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2" name="Rectangle 357"/>
              <p:cNvSpPr>
                <a:spLocks noChangeArrowheads="1"/>
              </p:cNvSpPr>
              <p:nvPr/>
            </p:nvSpPr>
            <p:spPr bwMode="auto">
              <a:xfrm>
                <a:off x="46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3" name="Rectangle 358"/>
              <p:cNvSpPr>
                <a:spLocks noChangeArrowheads="1"/>
              </p:cNvSpPr>
              <p:nvPr/>
            </p:nvSpPr>
            <p:spPr bwMode="auto">
              <a:xfrm>
                <a:off x="46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4" name="Rectangle 359"/>
              <p:cNvSpPr>
                <a:spLocks noChangeArrowheads="1"/>
              </p:cNvSpPr>
              <p:nvPr/>
            </p:nvSpPr>
            <p:spPr bwMode="auto">
              <a:xfrm>
                <a:off x="979" y="1232"/>
                <a:ext cx="3769" cy="1693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5" name="Rectangle 360"/>
              <p:cNvSpPr>
                <a:spLocks noChangeArrowheads="1"/>
              </p:cNvSpPr>
              <p:nvPr/>
            </p:nvSpPr>
            <p:spPr bwMode="auto">
              <a:xfrm>
                <a:off x="979" y="2522"/>
                <a:ext cx="422" cy="403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6" name="Rectangle 361"/>
              <p:cNvSpPr>
                <a:spLocks noChangeArrowheads="1"/>
              </p:cNvSpPr>
              <p:nvPr/>
            </p:nvSpPr>
            <p:spPr bwMode="auto">
              <a:xfrm>
                <a:off x="979" y="2522"/>
                <a:ext cx="422" cy="403"/>
              </a:xfrm>
              <a:prstGeom prst="rect">
                <a:avLst/>
              </a:prstGeom>
              <a:solidFill>
                <a:schemeClr val="accent2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7" name="Rectangle 362"/>
              <p:cNvSpPr>
                <a:spLocks noChangeArrowheads="1"/>
              </p:cNvSpPr>
              <p:nvPr/>
            </p:nvSpPr>
            <p:spPr bwMode="auto">
              <a:xfrm>
                <a:off x="1401" y="2387"/>
                <a:ext cx="413" cy="53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8" name="Rectangle 363"/>
              <p:cNvSpPr>
                <a:spLocks noChangeArrowheads="1"/>
              </p:cNvSpPr>
              <p:nvPr/>
            </p:nvSpPr>
            <p:spPr bwMode="auto">
              <a:xfrm>
                <a:off x="1401" y="2387"/>
                <a:ext cx="413" cy="53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89" name="Rectangle 364"/>
              <p:cNvSpPr>
                <a:spLocks noChangeArrowheads="1"/>
              </p:cNvSpPr>
              <p:nvPr/>
            </p:nvSpPr>
            <p:spPr bwMode="auto">
              <a:xfrm>
                <a:off x="1814" y="2110"/>
                <a:ext cx="421" cy="8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0" name="Rectangle 365"/>
              <p:cNvSpPr>
                <a:spLocks noChangeArrowheads="1"/>
              </p:cNvSpPr>
              <p:nvPr/>
            </p:nvSpPr>
            <p:spPr bwMode="auto">
              <a:xfrm>
                <a:off x="1814" y="2110"/>
                <a:ext cx="421" cy="815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1" name="Rectangle 366"/>
              <p:cNvSpPr>
                <a:spLocks noChangeArrowheads="1"/>
              </p:cNvSpPr>
              <p:nvPr/>
            </p:nvSpPr>
            <p:spPr bwMode="auto">
              <a:xfrm>
                <a:off x="2235" y="2047"/>
                <a:ext cx="422" cy="8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2" name="Rectangle 367"/>
              <p:cNvSpPr>
                <a:spLocks noChangeArrowheads="1"/>
              </p:cNvSpPr>
              <p:nvPr/>
            </p:nvSpPr>
            <p:spPr bwMode="auto">
              <a:xfrm>
                <a:off x="2235" y="2047"/>
                <a:ext cx="422" cy="87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3" name="Rectangle 368"/>
              <p:cNvSpPr>
                <a:spLocks noChangeArrowheads="1"/>
              </p:cNvSpPr>
              <p:nvPr/>
            </p:nvSpPr>
            <p:spPr bwMode="auto">
              <a:xfrm>
                <a:off x="2657" y="1572"/>
                <a:ext cx="413" cy="135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4" name="Rectangle 369"/>
              <p:cNvSpPr>
                <a:spLocks noChangeArrowheads="1"/>
              </p:cNvSpPr>
              <p:nvPr/>
            </p:nvSpPr>
            <p:spPr bwMode="auto">
              <a:xfrm>
                <a:off x="2657" y="1572"/>
                <a:ext cx="413" cy="1353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5" name="Rectangle 370"/>
              <p:cNvSpPr>
                <a:spLocks noChangeArrowheads="1"/>
              </p:cNvSpPr>
              <p:nvPr/>
            </p:nvSpPr>
            <p:spPr bwMode="auto">
              <a:xfrm>
                <a:off x="3070" y="1635"/>
                <a:ext cx="421" cy="129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6" name="Rectangle 371"/>
              <p:cNvSpPr>
                <a:spLocks noChangeArrowheads="1"/>
              </p:cNvSpPr>
              <p:nvPr/>
            </p:nvSpPr>
            <p:spPr bwMode="auto">
              <a:xfrm>
                <a:off x="3070" y="1635"/>
                <a:ext cx="421" cy="1290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7" name="Rectangle 372"/>
              <p:cNvSpPr>
                <a:spLocks noChangeArrowheads="1"/>
              </p:cNvSpPr>
              <p:nvPr/>
            </p:nvSpPr>
            <p:spPr bwMode="auto">
              <a:xfrm>
                <a:off x="3491" y="2047"/>
                <a:ext cx="422" cy="8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8" name="Rectangle 373"/>
              <p:cNvSpPr>
                <a:spLocks noChangeArrowheads="1"/>
              </p:cNvSpPr>
              <p:nvPr/>
            </p:nvSpPr>
            <p:spPr bwMode="auto">
              <a:xfrm>
                <a:off x="3491" y="2047"/>
                <a:ext cx="422" cy="87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099" name="Rectangle 374"/>
              <p:cNvSpPr>
                <a:spLocks noChangeArrowheads="1"/>
              </p:cNvSpPr>
              <p:nvPr/>
            </p:nvSpPr>
            <p:spPr bwMode="auto">
              <a:xfrm>
                <a:off x="3913" y="2181"/>
                <a:ext cx="413" cy="74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00" name="Rectangle 375"/>
              <p:cNvSpPr>
                <a:spLocks noChangeArrowheads="1"/>
              </p:cNvSpPr>
              <p:nvPr/>
            </p:nvSpPr>
            <p:spPr bwMode="auto">
              <a:xfrm>
                <a:off x="3913" y="2181"/>
                <a:ext cx="413" cy="744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01" name="Rectangle 376"/>
              <p:cNvSpPr>
                <a:spLocks noChangeArrowheads="1"/>
              </p:cNvSpPr>
              <p:nvPr/>
            </p:nvSpPr>
            <p:spPr bwMode="auto">
              <a:xfrm>
                <a:off x="4326" y="2387"/>
                <a:ext cx="422" cy="53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02" name="Rectangle 377"/>
              <p:cNvSpPr>
                <a:spLocks noChangeArrowheads="1"/>
              </p:cNvSpPr>
              <p:nvPr/>
            </p:nvSpPr>
            <p:spPr bwMode="auto">
              <a:xfrm>
                <a:off x="4326" y="2387"/>
                <a:ext cx="422" cy="53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2103" name="Line 378"/>
              <p:cNvSpPr>
                <a:spLocks noChangeShapeType="1"/>
              </p:cNvSpPr>
              <p:nvPr/>
            </p:nvSpPr>
            <p:spPr bwMode="auto">
              <a:xfrm>
                <a:off x="979" y="1232"/>
                <a:ext cx="1" cy="169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04" name="Line 379"/>
              <p:cNvSpPr>
                <a:spLocks noChangeShapeType="1"/>
              </p:cNvSpPr>
              <p:nvPr/>
            </p:nvSpPr>
            <p:spPr bwMode="auto">
              <a:xfrm>
                <a:off x="943" y="2925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05" name="Line 380"/>
              <p:cNvSpPr>
                <a:spLocks noChangeShapeType="1"/>
              </p:cNvSpPr>
              <p:nvPr/>
            </p:nvSpPr>
            <p:spPr bwMode="auto">
              <a:xfrm>
                <a:off x="943" y="2584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06" name="Line 381"/>
              <p:cNvSpPr>
                <a:spLocks noChangeShapeType="1"/>
              </p:cNvSpPr>
              <p:nvPr/>
            </p:nvSpPr>
            <p:spPr bwMode="auto">
              <a:xfrm>
                <a:off x="943" y="2244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07" name="Line 382"/>
              <p:cNvSpPr>
                <a:spLocks noChangeShapeType="1"/>
              </p:cNvSpPr>
              <p:nvPr/>
            </p:nvSpPr>
            <p:spPr bwMode="auto">
              <a:xfrm>
                <a:off x="943" y="1913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08" name="Line 383"/>
              <p:cNvSpPr>
                <a:spLocks noChangeShapeType="1"/>
              </p:cNvSpPr>
              <p:nvPr/>
            </p:nvSpPr>
            <p:spPr bwMode="auto">
              <a:xfrm>
                <a:off x="943" y="157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09" name="Line 384"/>
              <p:cNvSpPr>
                <a:spLocks noChangeShapeType="1"/>
              </p:cNvSpPr>
              <p:nvPr/>
            </p:nvSpPr>
            <p:spPr bwMode="auto">
              <a:xfrm>
                <a:off x="943" y="123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0" name="Line 385"/>
              <p:cNvSpPr>
                <a:spLocks noChangeShapeType="1"/>
              </p:cNvSpPr>
              <p:nvPr/>
            </p:nvSpPr>
            <p:spPr bwMode="auto">
              <a:xfrm>
                <a:off x="979" y="2925"/>
                <a:ext cx="3769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1" name="Line 386"/>
              <p:cNvSpPr>
                <a:spLocks noChangeShapeType="1"/>
              </p:cNvSpPr>
              <p:nvPr/>
            </p:nvSpPr>
            <p:spPr bwMode="auto">
              <a:xfrm flipV="1">
                <a:off x="979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2" name="Line 387"/>
              <p:cNvSpPr>
                <a:spLocks noChangeShapeType="1"/>
              </p:cNvSpPr>
              <p:nvPr/>
            </p:nvSpPr>
            <p:spPr bwMode="auto">
              <a:xfrm flipV="1">
                <a:off x="1401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3" name="Line 388"/>
              <p:cNvSpPr>
                <a:spLocks noChangeShapeType="1"/>
              </p:cNvSpPr>
              <p:nvPr/>
            </p:nvSpPr>
            <p:spPr bwMode="auto">
              <a:xfrm flipV="1">
                <a:off x="1814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4" name="Line 389"/>
              <p:cNvSpPr>
                <a:spLocks noChangeShapeType="1"/>
              </p:cNvSpPr>
              <p:nvPr/>
            </p:nvSpPr>
            <p:spPr bwMode="auto">
              <a:xfrm flipV="1">
                <a:off x="2235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5" name="Line 390"/>
              <p:cNvSpPr>
                <a:spLocks noChangeShapeType="1"/>
              </p:cNvSpPr>
              <p:nvPr/>
            </p:nvSpPr>
            <p:spPr bwMode="auto">
              <a:xfrm flipV="1">
                <a:off x="2657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6" name="Line 391"/>
              <p:cNvSpPr>
                <a:spLocks noChangeShapeType="1"/>
              </p:cNvSpPr>
              <p:nvPr/>
            </p:nvSpPr>
            <p:spPr bwMode="auto">
              <a:xfrm flipV="1">
                <a:off x="3070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7" name="Line 392"/>
              <p:cNvSpPr>
                <a:spLocks noChangeShapeType="1"/>
              </p:cNvSpPr>
              <p:nvPr/>
            </p:nvSpPr>
            <p:spPr bwMode="auto">
              <a:xfrm flipV="1">
                <a:off x="3491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8" name="Line 393"/>
              <p:cNvSpPr>
                <a:spLocks noChangeShapeType="1"/>
              </p:cNvSpPr>
              <p:nvPr/>
            </p:nvSpPr>
            <p:spPr bwMode="auto">
              <a:xfrm flipV="1">
                <a:off x="3913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19" name="Line 394"/>
              <p:cNvSpPr>
                <a:spLocks noChangeShapeType="1"/>
              </p:cNvSpPr>
              <p:nvPr/>
            </p:nvSpPr>
            <p:spPr bwMode="auto">
              <a:xfrm flipV="1">
                <a:off x="4326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20" name="Line 395"/>
              <p:cNvSpPr>
                <a:spLocks noChangeShapeType="1"/>
              </p:cNvSpPr>
              <p:nvPr/>
            </p:nvSpPr>
            <p:spPr bwMode="auto">
              <a:xfrm flipV="1">
                <a:off x="4748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2121" name="Rectangle 396"/>
              <p:cNvSpPr>
                <a:spLocks noChangeArrowheads="1"/>
              </p:cNvSpPr>
              <p:nvPr/>
            </p:nvSpPr>
            <p:spPr bwMode="auto">
              <a:xfrm>
                <a:off x="818" y="2844"/>
                <a:ext cx="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0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2" name="Rectangle 397"/>
              <p:cNvSpPr>
                <a:spLocks noChangeArrowheads="1"/>
              </p:cNvSpPr>
              <p:nvPr/>
            </p:nvSpPr>
            <p:spPr bwMode="auto">
              <a:xfrm>
                <a:off x="818" y="2504"/>
                <a:ext cx="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5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3" name="Rectangle 398"/>
              <p:cNvSpPr>
                <a:spLocks noChangeArrowheads="1"/>
              </p:cNvSpPr>
              <p:nvPr/>
            </p:nvSpPr>
            <p:spPr bwMode="auto">
              <a:xfrm>
                <a:off x="746" y="2163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10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4" name="Rectangle 399"/>
              <p:cNvSpPr>
                <a:spLocks noChangeArrowheads="1"/>
              </p:cNvSpPr>
              <p:nvPr/>
            </p:nvSpPr>
            <p:spPr bwMode="auto">
              <a:xfrm>
                <a:off x="746" y="1832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15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5" name="Rectangle 400"/>
              <p:cNvSpPr>
                <a:spLocks noChangeArrowheads="1"/>
              </p:cNvSpPr>
              <p:nvPr/>
            </p:nvSpPr>
            <p:spPr bwMode="auto">
              <a:xfrm>
                <a:off x="746" y="1492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20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6" name="Rectangle 401"/>
              <p:cNvSpPr>
                <a:spLocks noChangeArrowheads="1"/>
              </p:cNvSpPr>
              <p:nvPr/>
            </p:nvSpPr>
            <p:spPr bwMode="auto">
              <a:xfrm>
                <a:off x="746" y="1151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25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7" name="Rectangle 402"/>
              <p:cNvSpPr>
                <a:spLocks noChangeArrowheads="1"/>
              </p:cNvSpPr>
              <p:nvPr/>
            </p:nvSpPr>
            <p:spPr bwMode="auto">
              <a:xfrm>
                <a:off x="1024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2.533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8" name="Rectangle 403"/>
              <p:cNvSpPr>
                <a:spLocks noChangeArrowheads="1"/>
              </p:cNvSpPr>
              <p:nvPr/>
            </p:nvSpPr>
            <p:spPr bwMode="auto">
              <a:xfrm>
                <a:off x="1446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2.538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29" name="Rectangle 404"/>
              <p:cNvSpPr>
                <a:spLocks noChangeArrowheads="1"/>
              </p:cNvSpPr>
              <p:nvPr/>
            </p:nvSpPr>
            <p:spPr bwMode="auto">
              <a:xfrm>
                <a:off x="1868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2.543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30" name="Rectangle 405"/>
              <p:cNvSpPr>
                <a:spLocks noChangeArrowheads="1"/>
              </p:cNvSpPr>
              <p:nvPr/>
            </p:nvSpPr>
            <p:spPr bwMode="auto">
              <a:xfrm>
                <a:off x="2280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2.548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31" name="Rectangle 406"/>
              <p:cNvSpPr>
                <a:spLocks noChangeArrowheads="1"/>
              </p:cNvSpPr>
              <p:nvPr/>
            </p:nvSpPr>
            <p:spPr bwMode="auto">
              <a:xfrm>
                <a:off x="2702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2.553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2132" name="Rectangle 407"/>
              <p:cNvSpPr>
                <a:spLocks noChangeArrowheads="1"/>
              </p:cNvSpPr>
              <p:nvPr/>
            </p:nvSpPr>
            <p:spPr bwMode="auto">
              <a:xfrm>
                <a:off x="3124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2.558</a:t>
                </a:r>
                <a:endParaRPr lang="en-US" altLang="en-US" sz="1800">
                  <a:latin typeface="+mn-lt"/>
                </a:endParaRPr>
              </a:p>
            </p:txBody>
          </p:sp>
        </p:grpSp>
        <p:sp>
          <p:nvSpPr>
            <p:cNvPr id="81928" name="Rectangle 408"/>
            <p:cNvSpPr>
              <a:spLocks noChangeArrowheads="1"/>
            </p:cNvSpPr>
            <p:nvPr/>
          </p:nvSpPr>
          <p:spPr bwMode="auto">
            <a:xfrm>
              <a:off x="3536" y="3032"/>
              <a:ext cx="3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2.563</a:t>
              </a:r>
              <a:endParaRPr lang="en-US" altLang="en-US" sz="1800">
                <a:latin typeface="+mn-lt"/>
              </a:endParaRPr>
            </a:p>
          </p:txBody>
        </p:sp>
        <p:sp>
          <p:nvSpPr>
            <p:cNvPr id="81929" name="Rectangle 409"/>
            <p:cNvSpPr>
              <a:spLocks noChangeArrowheads="1"/>
            </p:cNvSpPr>
            <p:nvPr/>
          </p:nvSpPr>
          <p:spPr bwMode="auto">
            <a:xfrm>
              <a:off x="3958" y="3032"/>
              <a:ext cx="3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2.568</a:t>
              </a:r>
              <a:endParaRPr lang="en-US" altLang="en-US" sz="1800">
                <a:latin typeface="+mn-lt"/>
              </a:endParaRPr>
            </a:p>
          </p:txBody>
        </p:sp>
        <p:sp>
          <p:nvSpPr>
            <p:cNvPr id="81930" name="Rectangle 410"/>
            <p:cNvSpPr>
              <a:spLocks noChangeArrowheads="1"/>
            </p:cNvSpPr>
            <p:nvPr/>
          </p:nvSpPr>
          <p:spPr bwMode="auto">
            <a:xfrm>
              <a:off x="4380" y="3032"/>
              <a:ext cx="3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2.573</a:t>
              </a:r>
              <a:endParaRPr lang="en-US" altLang="en-US" sz="1800">
                <a:latin typeface="+mn-lt"/>
              </a:endParaRPr>
            </a:p>
          </p:txBody>
        </p:sp>
        <p:sp>
          <p:nvSpPr>
            <p:cNvPr id="81931" name="Rectangle 411"/>
            <p:cNvSpPr>
              <a:spLocks noChangeArrowheads="1"/>
            </p:cNvSpPr>
            <p:nvPr/>
          </p:nvSpPr>
          <p:spPr bwMode="auto">
            <a:xfrm>
              <a:off x="1483" y="3265"/>
              <a:ext cx="181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                         Steel weight (kg)</a:t>
              </a:r>
              <a:endParaRPr lang="en-US" altLang="en-US" sz="1800" dirty="0">
                <a:latin typeface="+mn-lt"/>
              </a:endParaRPr>
            </a:p>
          </p:txBody>
        </p:sp>
        <p:sp>
          <p:nvSpPr>
            <p:cNvPr id="81932" name="Rectangle 412"/>
            <p:cNvSpPr>
              <a:spLocks noChangeArrowheads="1"/>
            </p:cNvSpPr>
            <p:nvPr/>
          </p:nvSpPr>
          <p:spPr bwMode="auto">
            <a:xfrm rot="16200000">
              <a:off x="309" y="1973"/>
              <a:ext cx="61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Frequency</a:t>
              </a:r>
              <a:endParaRPr lang="en-US" altLang="en-US" sz="1800" dirty="0">
                <a:latin typeface="+mn-lt"/>
              </a:endParaRPr>
            </a:p>
          </p:txBody>
        </p:sp>
      </p:grpSp>
      <p:sp>
        <p:nvSpPr>
          <p:cNvPr id="415" name="Rectangle 2"/>
          <p:cNvSpPr txBox="1">
            <a:spLocks noChangeArrowheads="1"/>
          </p:cNvSpPr>
          <p:nvPr/>
        </p:nvSpPr>
        <p:spPr bwMode="auto">
          <a:xfrm>
            <a:off x="2010570" y="1087016"/>
            <a:ext cx="6551613" cy="685800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 eaLnBrk="1" hangingPunct="1">
              <a:buFont typeface="+mj-ea"/>
              <a:buAutoNum type="circleNumDbPlain" startAt="7"/>
              <a:defRPr/>
            </a:pPr>
            <a:r>
              <a:rPr lang="en-US" sz="2800" dirty="0">
                <a:solidFill>
                  <a:schemeClr val="tx1"/>
                </a:solidFill>
              </a:rPr>
              <a:t>Draw the histogram.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951539" y="6553200"/>
            <a:ext cx="485775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1B31A357-C745-46CD-8737-8F88F16E7D85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63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3863976" y="274639"/>
            <a:ext cx="6346825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Frequency Polygon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600201"/>
            <a:ext cx="8362950" cy="4525963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Relative frequencies of class intervals can also be shown in a </a:t>
            </a:r>
            <a:r>
              <a:rPr lang="en-US" sz="2800" b="1" dirty="0">
                <a:ea typeface="ＭＳ Ｐゴシック" charset="0"/>
              </a:rPr>
              <a:t>frequency polygon</a:t>
            </a:r>
            <a:r>
              <a:rPr lang="en-US" sz="2800" dirty="0">
                <a:ea typeface="ＭＳ Ｐゴシック" charset="0"/>
              </a:rPr>
              <a:t>. 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In a frequency distribution, the mid-value of each class is obtained. 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The frequency is plotted against the corresponding mid-value. 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These points are joined by straight lines. 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These straight lines may be extended in both directions to meet the X - axis to form a polygon.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80188"/>
            <a:ext cx="484187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27E06B53-EBAB-432D-AA08-FCE203EAE29B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64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27649" y="274292"/>
            <a:ext cx="6275387" cy="706437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Example</a:t>
            </a:r>
          </a:p>
        </p:txBody>
      </p:sp>
      <p:grpSp>
        <p:nvGrpSpPr>
          <p:cNvPr id="83971" name="Group 4"/>
          <p:cNvGrpSpPr>
            <a:grpSpLocks noChangeAspect="1"/>
          </p:cNvGrpSpPr>
          <p:nvPr/>
        </p:nvGrpSpPr>
        <p:grpSpPr bwMode="auto">
          <a:xfrm>
            <a:off x="2622551" y="1977232"/>
            <a:ext cx="7121525" cy="3995738"/>
            <a:chOff x="432" y="1008"/>
            <a:chExt cx="4486" cy="2517"/>
          </a:xfrm>
        </p:grpSpPr>
        <p:sp>
          <p:nvSpPr>
            <p:cNvPr id="83983" name="AutoShape 5"/>
            <p:cNvSpPr>
              <a:spLocks noChangeAspect="1" noChangeArrowheads="1" noTextEdit="1"/>
            </p:cNvSpPr>
            <p:nvPr/>
          </p:nvSpPr>
          <p:spPr bwMode="auto">
            <a:xfrm>
              <a:off x="432" y="1008"/>
              <a:ext cx="4486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>
                <a:latin typeface="+mn-lt"/>
              </a:endParaRPr>
            </a:p>
          </p:txBody>
        </p:sp>
        <p:grpSp>
          <p:nvGrpSpPr>
            <p:cNvPr id="83984" name="Group 6"/>
            <p:cNvGrpSpPr>
              <a:grpSpLocks/>
            </p:cNvGrpSpPr>
            <p:nvPr/>
          </p:nvGrpSpPr>
          <p:grpSpPr bwMode="auto">
            <a:xfrm>
              <a:off x="979" y="1232"/>
              <a:ext cx="3769" cy="1693"/>
              <a:chOff x="979" y="1232"/>
              <a:chExt cx="3769" cy="1693"/>
            </a:xfrm>
          </p:grpSpPr>
          <p:sp>
            <p:nvSpPr>
              <p:cNvPr id="84191" name="Rectangle 7"/>
              <p:cNvSpPr>
                <a:spLocks noChangeArrowheads="1"/>
              </p:cNvSpPr>
              <p:nvPr/>
            </p:nvSpPr>
            <p:spPr bwMode="auto">
              <a:xfrm>
                <a:off x="979" y="1232"/>
                <a:ext cx="3769" cy="1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2" name="Rectangle 8"/>
              <p:cNvSpPr>
                <a:spLocks noChangeArrowheads="1"/>
              </p:cNvSpPr>
              <p:nvPr/>
            </p:nvSpPr>
            <p:spPr bwMode="auto">
              <a:xfrm>
                <a:off x="9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3" name="Rectangle 9"/>
              <p:cNvSpPr>
                <a:spLocks noChangeArrowheads="1"/>
              </p:cNvSpPr>
              <p:nvPr/>
            </p:nvSpPr>
            <p:spPr bwMode="auto">
              <a:xfrm>
                <a:off x="10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4" name="Rectangle 10"/>
              <p:cNvSpPr>
                <a:spLocks noChangeArrowheads="1"/>
              </p:cNvSpPr>
              <p:nvPr/>
            </p:nvSpPr>
            <p:spPr bwMode="auto">
              <a:xfrm>
                <a:off x="108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5" name="Rectangle 11"/>
              <p:cNvSpPr>
                <a:spLocks noChangeArrowheads="1"/>
              </p:cNvSpPr>
              <p:nvPr/>
            </p:nvSpPr>
            <p:spPr bwMode="auto">
              <a:xfrm>
                <a:off x="114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6" name="Rectangle 12"/>
              <p:cNvSpPr>
                <a:spLocks noChangeArrowheads="1"/>
              </p:cNvSpPr>
              <p:nvPr/>
            </p:nvSpPr>
            <p:spPr bwMode="auto">
              <a:xfrm>
                <a:off x="119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7" name="Rectangle 13"/>
              <p:cNvSpPr>
                <a:spLocks noChangeArrowheads="1"/>
              </p:cNvSpPr>
              <p:nvPr/>
            </p:nvSpPr>
            <p:spPr bwMode="auto">
              <a:xfrm>
                <a:off x="12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8" name="Rectangle 14"/>
              <p:cNvSpPr>
                <a:spLocks noChangeArrowheads="1"/>
              </p:cNvSpPr>
              <p:nvPr/>
            </p:nvSpPr>
            <p:spPr bwMode="auto">
              <a:xfrm>
                <a:off x="13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99" name="Rectangle 15"/>
              <p:cNvSpPr>
                <a:spLocks noChangeArrowheads="1"/>
              </p:cNvSpPr>
              <p:nvPr/>
            </p:nvSpPr>
            <p:spPr bwMode="auto">
              <a:xfrm>
                <a:off x="13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0" name="Rectangle 16"/>
              <p:cNvSpPr>
                <a:spLocks noChangeArrowheads="1"/>
              </p:cNvSpPr>
              <p:nvPr/>
            </p:nvSpPr>
            <p:spPr bwMode="auto">
              <a:xfrm>
                <a:off x="141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1" name="Rectangle 17"/>
              <p:cNvSpPr>
                <a:spLocks noChangeArrowheads="1"/>
              </p:cNvSpPr>
              <p:nvPr/>
            </p:nvSpPr>
            <p:spPr bwMode="auto">
              <a:xfrm>
                <a:off x="146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2" name="Rectangle 18"/>
              <p:cNvSpPr>
                <a:spLocks noChangeArrowheads="1"/>
              </p:cNvSpPr>
              <p:nvPr/>
            </p:nvSpPr>
            <p:spPr bwMode="auto">
              <a:xfrm>
                <a:off x="151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3" name="Rectangle 19"/>
              <p:cNvSpPr>
                <a:spLocks noChangeArrowheads="1"/>
              </p:cNvSpPr>
              <p:nvPr/>
            </p:nvSpPr>
            <p:spPr bwMode="auto">
              <a:xfrm>
                <a:off x="15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4" name="Rectangle 20"/>
              <p:cNvSpPr>
                <a:spLocks noChangeArrowheads="1"/>
              </p:cNvSpPr>
              <p:nvPr/>
            </p:nvSpPr>
            <p:spPr bwMode="auto">
              <a:xfrm>
                <a:off x="16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5" name="Rectangle 21"/>
              <p:cNvSpPr>
                <a:spLocks noChangeArrowheads="1"/>
              </p:cNvSpPr>
              <p:nvPr/>
            </p:nvSpPr>
            <p:spPr bwMode="auto">
              <a:xfrm>
                <a:off x="16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6" name="Rectangle 22"/>
              <p:cNvSpPr>
                <a:spLocks noChangeArrowheads="1"/>
              </p:cNvSpPr>
              <p:nvPr/>
            </p:nvSpPr>
            <p:spPr bwMode="auto">
              <a:xfrm>
                <a:off x="17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7" name="Rectangle 23"/>
              <p:cNvSpPr>
                <a:spLocks noChangeArrowheads="1"/>
              </p:cNvSpPr>
              <p:nvPr/>
            </p:nvSpPr>
            <p:spPr bwMode="auto">
              <a:xfrm>
                <a:off x="178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8" name="Rectangle 24"/>
              <p:cNvSpPr>
                <a:spLocks noChangeArrowheads="1"/>
              </p:cNvSpPr>
              <p:nvPr/>
            </p:nvSpPr>
            <p:spPr bwMode="auto">
              <a:xfrm>
                <a:off x="184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09" name="Rectangle 25"/>
              <p:cNvSpPr>
                <a:spLocks noChangeArrowheads="1"/>
              </p:cNvSpPr>
              <p:nvPr/>
            </p:nvSpPr>
            <p:spPr bwMode="auto">
              <a:xfrm>
                <a:off x="18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0" name="Rectangle 26"/>
              <p:cNvSpPr>
                <a:spLocks noChangeArrowheads="1"/>
              </p:cNvSpPr>
              <p:nvPr/>
            </p:nvSpPr>
            <p:spPr bwMode="auto">
              <a:xfrm>
                <a:off x="19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1" name="Rectangle 27"/>
              <p:cNvSpPr>
                <a:spLocks noChangeArrowheads="1"/>
              </p:cNvSpPr>
              <p:nvPr/>
            </p:nvSpPr>
            <p:spPr bwMode="auto">
              <a:xfrm>
                <a:off x="20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2" name="Rectangle 28"/>
              <p:cNvSpPr>
                <a:spLocks noChangeArrowheads="1"/>
              </p:cNvSpPr>
              <p:nvPr/>
            </p:nvSpPr>
            <p:spPr bwMode="auto">
              <a:xfrm>
                <a:off x="20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3" name="Rectangle 29"/>
              <p:cNvSpPr>
                <a:spLocks noChangeArrowheads="1"/>
              </p:cNvSpPr>
              <p:nvPr/>
            </p:nvSpPr>
            <p:spPr bwMode="auto">
              <a:xfrm>
                <a:off x="211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4" name="Rectangle 30"/>
              <p:cNvSpPr>
                <a:spLocks noChangeArrowheads="1"/>
              </p:cNvSpPr>
              <p:nvPr/>
            </p:nvSpPr>
            <p:spPr bwMode="auto">
              <a:xfrm>
                <a:off x="216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5" name="Rectangle 31"/>
              <p:cNvSpPr>
                <a:spLocks noChangeArrowheads="1"/>
              </p:cNvSpPr>
              <p:nvPr/>
            </p:nvSpPr>
            <p:spPr bwMode="auto">
              <a:xfrm>
                <a:off x="22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6" name="Rectangle 32"/>
              <p:cNvSpPr>
                <a:spLocks noChangeArrowheads="1"/>
              </p:cNvSpPr>
              <p:nvPr/>
            </p:nvSpPr>
            <p:spPr bwMode="auto">
              <a:xfrm>
                <a:off x="22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7" name="Rectangle 33"/>
              <p:cNvSpPr>
                <a:spLocks noChangeArrowheads="1"/>
              </p:cNvSpPr>
              <p:nvPr/>
            </p:nvSpPr>
            <p:spPr bwMode="auto">
              <a:xfrm>
                <a:off x="23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8" name="Rectangle 34"/>
              <p:cNvSpPr>
                <a:spLocks noChangeArrowheads="1"/>
              </p:cNvSpPr>
              <p:nvPr/>
            </p:nvSpPr>
            <p:spPr bwMode="auto">
              <a:xfrm>
                <a:off x="23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19" name="Rectangle 35"/>
              <p:cNvSpPr>
                <a:spLocks noChangeArrowheads="1"/>
              </p:cNvSpPr>
              <p:nvPr/>
            </p:nvSpPr>
            <p:spPr bwMode="auto">
              <a:xfrm>
                <a:off x="24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0" name="Rectangle 36"/>
              <p:cNvSpPr>
                <a:spLocks noChangeArrowheads="1"/>
              </p:cNvSpPr>
              <p:nvPr/>
            </p:nvSpPr>
            <p:spPr bwMode="auto">
              <a:xfrm>
                <a:off x="248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1" name="Rectangle 37"/>
              <p:cNvSpPr>
                <a:spLocks noChangeArrowheads="1"/>
              </p:cNvSpPr>
              <p:nvPr/>
            </p:nvSpPr>
            <p:spPr bwMode="auto">
              <a:xfrm>
                <a:off x="25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2" name="Rectangle 38"/>
              <p:cNvSpPr>
                <a:spLocks noChangeArrowheads="1"/>
              </p:cNvSpPr>
              <p:nvPr/>
            </p:nvSpPr>
            <p:spPr bwMode="auto">
              <a:xfrm>
                <a:off x="25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3" name="Rectangle 39"/>
              <p:cNvSpPr>
                <a:spLocks noChangeArrowheads="1"/>
              </p:cNvSpPr>
              <p:nvPr/>
            </p:nvSpPr>
            <p:spPr bwMode="auto">
              <a:xfrm>
                <a:off x="26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4" name="Rectangle 40"/>
              <p:cNvSpPr>
                <a:spLocks noChangeArrowheads="1"/>
              </p:cNvSpPr>
              <p:nvPr/>
            </p:nvSpPr>
            <p:spPr bwMode="auto">
              <a:xfrm>
                <a:off x="27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5" name="Rectangle 41"/>
              <p:cNvSpPr>
                <a:spLocks noChangeArrowheads="1"/>
              </p:cNvSpPr>
              <p:nvPr/>
            </p:nvSpPr>
            <p:spPr bwMode="auto">
              <a:xfrm>
                <a:off x="27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6" name="Rectangle 42"/>
              <p:cNvSpPr>
                <a:spLocks noChangeArrowheads="1"/>
              </p:cNvSpPr>
              <p:nvPr/>
            </p:nvSpPr>
            <p:spPr bwMode="auto">
              <a:xfrm>
                <a:off x="281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7" name="Rectangle 43"/>
              <p:cNvSpPr>
                <a:spLocks noChangeArrowheads="1"/>
              </p:cNvSpPr>
              <p:nvPr/>
            </p:nvSpPr>
            <p:spPr bwMode="auto">
              <a:xfrm>
                <a:off x="286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8" name="Rectangle 44"/>
              <p:cNvSpPr>
                <a:spLocks noChangeArrowheads="1"/>
              </p:cNvSpPr>
              <p:nvPr/>
            </p:nvSpPr>
            <p:spPr bwMode="auto">
              <a:xfrm>
                <a:off x="29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29" name="Rectangle 45"/>
              <p:cNvSpPr>
                <a:spLocks noChangeArrowheads="1"/>
              </p:cNvSpPr>
              <p:nvPr/>
            </p:nvSpPr>
            <p:spPr bwMode="auto">
              <a:xfrm>
                <a:off x="29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0" name="Rectangle 46"/>
              <p:cNvSpPr>
                <a:spLocks noChangeArrowheads="1"/>
              </p:cNvSpPr>
              <p:nvPr/>
            </p:nvSpPr>
            <p:spPr bwMode="auto">
              <a:xfrm>
                <a:off x="30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1" name="Rectangle 47"/>
              <p:cNvSpPr>
                <a:spLocks noChangeArrowheads="1"/>
              </p:cNvSpPr>
              <p:nvPr/>
            </p:nvSpPr>
            <p:spPr bwMode="auto">
              <a:xfrm>
                <a:off x="30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2" name="Rectangle 48"/>
              <p:cNvSpPr>
                <a:spLocks noChangeArrowheads="1"/>
              </p:cNvSpPr>
              <p:nvPr/>
            </p:nvSpPr>
            <p:spPr bwMode="auto">
              <a:xfrm>
                <a:off x="313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3" name="Rectangle 49"/>
              <p:cNvSpPr>
                <a:spLocks noChangeArrowheads="1"/>
              </p:cNvSpPr>
              <p:nvPr/>
            </p:nvSpPr>
            <p:spPr bwMode="auto">
              <a:xfrm>
                <a:off x="318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4" name="Rectangle 50"/>
              <p:cNvSpPr>
                <a:spLocks noChangeArrowheads="1"/>
              </p:cNvSpPr>
              <p:nvPr/>
            </p:nvSpPr>
            <p:spPr bwMode="auto">
              <a:xfrm>
                <a:off x="32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5" name="Rectangle 51"/>
              <p:cNvSpPr>
                <a:spLocks noChangeArrowheads="1"/>
              </p:cNvSpPr>
              <p:nvPr/>
            </p:nvSpPr>
            <p:spPr bwMode="auto">
              <a:xfrm>
                <a:off x="32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6" name="Rectangle 52"/>
              <p:cNvSpPr>
                <a:spLocks noChangeArrowheads="1"/>
              </p:cNvSpPr>
              <p:nvPr/>
            </p:nvSpPr>
            <p:spPr bwMode="auto">
              <a:xfrm>
                <a:off x="33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7" name="Rectangle 53"/>
              <p:cNvSpPr>
                <a:spLocks noChangeArrowheads="1"/>
              </p:cNvSpPr>
              <p:nvPr/>
            </p:nvSpPr>
            <p:spPr bwMode="auto">
              <a:xfrm>
                <a:off x="340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8" name="Rectangle 54"/>
              <p:cNvSpPr>
                <a:spLocks noChangeArrowheads="1"/>
              </p:cNvSpPr>
              <p:nvPr/>
            </p:nvSpPr>
            <p:spPr bwMode="auto">
              <a:xfrm>
                <a:off x="345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39" name="Rectangle 55"/>
              <p:cNvSpPr>
                <a:spLocks noChangeArrowheads="1"/>
              </p:cNvSpPr>
              <p:nvPr/>
            </p:nvSpPr>
            <p:spPr bwMode="auto">
              <a:xfrm>
                <a:off x="350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0" name="Rectangle 56"/>
              <p:cNvSpPr>
                <a:spLocks noChangeArrowheads="1"/>
              </p:cNvSpPr>
              <p:nvPr/>
            </p:nvSpPr>
            <p:spPr bwMode="auto">
              <a:xfrm>
                <a:off x="356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1" name="Rectangle 57"/>
              <p:cNvSpPr>
                <a:spLocks noChangeArrowheads="1"/>
              </p:cNvSpPr>
              <p:nvPr/>
            </p:nvSpPr>
            <p:spPr bwMode="auto">
              <a:xfrm>
                <a:off x="36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2" name="Rectangle 58"/>
              <p:cNvSpPr>
                <a:spLocks noChangeArrowheads="1"/>
              </p:cNvSpPr>
              <p:nvPr/>
            </p:nvSpPr>
            <p:spPr bwMode="auto">
              <a:xfrm>
                <a:off x="36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3" name="Rectangle 59"/>
              <p:cNvSpPr>
                <a:spLocks noChangeArrowheads="1"/>
              </p:cNvSpPr>
              <p:nvPr/>
            </p:nvSpPr>
            <p:spPr bwMode="auto">
              <a:xfrm>
                <a:off x="372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4" name="Rectangle 60"/>
              <p:cNvSpPr>
                <a:spLocks noChangeArrowheads="1"/>
              </p:cNvSpPr>
              <p:nvPr/>
            </p:nvSpPr>
            <p:spPr bwMode="auto">
              <a:xfrm>
                <a:off x="377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5" name="Rectangle 61"/>
              <p:cNvSpPr>
                <a:spLocks noChangeArrowheads="1"/>
              </p:cNvSpPr>
              <p:nvPr/>
            </p:nvSpPr>
            <p:spPr bwMode="auto">
              <a:xfrm>
                <a:off x="383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6" name="Rectangle 62"/>
              <p:cNvSpPr>
                <a:spLocks noChangeArrowheads="1"/>
              </p:cNvSpPr>
              <p:nvPr/>
            </p:nvSpPr>
            <p:spPr bwMode="auto">
              <a:xfrm>
                <a:off x="388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7" name="Rectangle 63"/>
              <p:cNvSpPr>
                <a:spLocks noChangeArrowheads="1"/>
              </p:cNvSpPr>
              <p:nvPr/>
            </p:nvSpPr>
            <p:spPr bwMode="auto">
              <a:xfrm>
                <a:off x="39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8" name="Rectangle 64"/>
              <p:cNvSpPr>
                <a:spLocks noChangeArrowheads="1"/>
              </p:cNvSpPr>
              <p:nvPr/>
            </p:nvSpPr>
            <p:spPr bwMode="auto">
              <a:xfrm>
                <a:off x="39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49" name="Rectangle 65"/>
              <p:cNvSpPr>
                <a:spLocks noChangeArrowheads="1"/>
              </p:cNvSpPr>
              <p:nvPr/>
            </p:nvSpPr>
            <p:spPr bwMode="auto">
              <a:xfrm>
                <a:off x="404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0" name="Rectangle 66"/>
              <p:cNvSpPr>
                <a:spLocks noChangeArrowheads="1"/>
              </p:cNvSpPr>
              <p:nvPr/>
            </p:nvSpPr>
            <p:spPr bwMode="auto">
              <a:xfrm>
                <a:off x="4102" y="258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1" name="Rectangle 67"/>
              <p:cNvSpPr>
                <a:spLocks noChangeArrowheads="1"/>
              </p:cNvSpPr>
              <p:nvPr/>
            </p:nvSpPr>
            <p:spPr bwMode="auto">
              <a:xfrm>
                <a:off x="4155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2" name="Rectangle 68"/>
              <p:cNvSpPr>
                <a:spLocks noChangeArrowheads="1"/>
              </p:cNvSpPr>
              <p:nvPr/>
            </p:nvSpPr>
            <p:spPr bwMode="auto">
              <a:xfrm>
                <a:off x="4209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3" name="Rectangle 69"/>
              <p:cNvSpPr>
                <a:spLocks noChangeArrowheads="1"/>
              </p:cNvSpPr>
              <p:nvPr/>
            </p:nvSpPr>
            <p:spPr bwMode="auto">
              <a:xfrm>
                <a:off x="4263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4" name="Rectangle 70"/>
              <p:cNvSpPr>
                <a:spLocks noChangeArrowheads="1"/>
              </p:cNvSpPr>
              <p:nvPr/>
            </p:nvSpPr>
            <p:spPr bwMode="auto">
              <a:xfrm>
                <a:off x="4317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5" name="Rectangle 71"/>
              <p:cNvSpPr>
                <a:spLocks noChangeArrowheads="1"/>
              </p:cNvSpPr>
              <p:nvPr/>
            </p:nvSpPr>
            <p:spPr bwMode="auto">
              <a:xfrm>
                <a:off x="4371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6" name="Rectangle 72"/>
              <p:cNvSpPr>
                <a:spLocks noChangeArrowheads="1"/>
              </p:cNvSpPr>
              <p:nvPr/>
            </p:nvSpPr>
            <p:spPr bwMode="auto">
              <a:xfrm>
                <a:off x="4425" y="258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7" name="Rectangle 73"/>
              <p:cNvSpPr>
                <a:spLocks noChangeArrowheads="1"/>
              </p:cNvSpPr>
              <p:nvPr/>
            </p:nvSpPr>
            <p:spPr bwMode="auto">
              <a:xfrm>
                <a:off x="4478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8" name="Rectangle 74"/>
              <p:cNvSpPr>
                <a:spLocks noChangeArrowheads="1"/>
              </p:cNvSpPr>
              <p:nvPr/>
            </p:nvSpPr>
            <p:spPr bwMode="auto">
              <a:xfrm>
                <a:off x="4532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59" name="Rectangle 75"/>
              <p:cNvSpPr>
                <a:spLocks noChangeArrowheads="1"/>
              </p:cNvSpPr>
              <p:nvPr/>
            </p:nvSpPr>
            <p:spPr bwMode="auto">
              <a:xfrm>
                <a:off x="4586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0" name="Rectangle 76"/>
              <p:cNvSpPr>
                <a:spLocks noChangeArrowheads="1"/>
              </p:cNvSpPr>
              <p:nvPr/>
            </p:nvSpPr>
            <p:spPr bwMode="auto">
              <a:xfrm>
                <a:off x="4640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1" name="Rectangle 77"/>
              <p:cNvSpPr>
                <a:spLocks noChangeArrowheads="1"/>
              </p:cNvSpPr>
              <p:nvPr/>
            </p:nvSpPr>
            <p:spPr bwMode="auto">
              <a:xfrm>
                <a:off x="4694" y="258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2" name="Rectangle 78"/>
              <p:cNvSpPr>
                <a:spLocks noChangeArrowheads="1"/>
              </p:cNvSpPr>
              <p:nvPr/>
            </p:nvSpPr>
            <p:spPr bwMode="auto">
              <a:xfrm>
                <a:off x="9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3" name="Rectangle 79"/>
              <p:cNvSpPr>
                <a:spLocks noChangeArrowheads="1"/>
              </p:cNvSpPr>
              <p:nvPr/>
            </p:nvSpPr>
            <p:spPr bwMode="auto">
              <a:xfrm>
                <a:off x="10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4" name="Rectangle 80"/>
              <p:cNvSpPr>
                <a:spLocks noChangeArrowheads="1"/>
              </p:cNvSpPr>
              <p:nvPr/>
            </p:nvSpPr>
            <p:spPr bwMode="auto">
              <a:xfrm>
                <a:off x="108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5" name="Rectangle 81"/>
              <p:cNvSpPr>
                <a:spLocks noChangeArrowheads="1"/>
              </p:cNvSpPr>
              <p:nvPr/>
            </p:nvSpPr>
            <p:spPr bwMode="auto">
              <a:xfrm>
                <a:off x="114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6" name="Rectangle 82"/>
              <p:cNvSpPr>
                <a:spLocks noChangeArrowheads="1"/>
              </p:cNvSpPr>
              <p:nvPr/>
            </p:nvSpPr>
            <p:spPr bwMode="auto">
              <a:xfrm>
                <a:off x="119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7" name="Rectangle 83"/>
              <p:cNvSpPr>
                <a:spLocks noChangeArrowheads="1"/>
              </p:cNvSpPr>
              <p:nvPr/>
            </p:nvSpPr>
            <p:spPr bwMode="auto">
              <a:xfrm>
                <a:off x="12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8" name="Rectangle 84"/>
              <p:cNvSpPr>
                <a:spLocks noChangeArrowheads="1"/>
              </p:cNvSpPr>
              <p:nvPr/>
            </p:nvSpPr>
            <p:spPr bwMode="auto">
              <a:xfrm>
                <a:off x="13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69" name="Rectangle 85"/>
              <p:cNvSpPr>
                <a:spLocks noChangeArrowheads="1"/>
              </p:cNvSpPr>
              <p:nvPr/>
            </p:nvSpPr>
            <p:spPr bwMode="auto">
              <a:xfrm>
                <a:off x="13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0" name="Rectangle 86"/>
              <p:cNvSpPr>
                <a:spLocks noChangeArrowheads="1"/>
              </p:cNvSpPr>
              <p:nvPr/>
            </p:nvSpPr>
            <p:spPr bwMode="auto">
              <a:xfrm>
                <a:off x="141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1" name="Rectangle 87"/>
              <p:cNvSpPr>
                <a:spLocks noChangeArrowheads="1"/>
              </p:cNvSpPr>
              <p:nvPr/>
            </p:nvSpPr>
            <p:spPr bwMode="auto">
              <a:xfrm>
                <a:off x="146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2" name="Rectangle 88"/>
              <p:cNvSpPr>
                <a:spLocks noChangeArrowheads="1"/>
              </p:cNvSpPr>
              <p:nvPr/>
            </p:nvSpPr>
            <p:spPr bwMode="auto">
              <a:xfrm>
                <a:off x="151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3" name="Rectangle 89"/>
              <p:cNvSpPr>
                <a:spLocks noChangeArrowheads="1"/>
              </p:cNvSpPr>
              <p:nvPr/>
            </p:nvSpPr>
            <p:spPr bwMode="auto">
              <a:xfrm>
                <a:off x="15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4" name="Rectangle 90"/>
              <p:cNvSpPr>
                <a:spLocks noChangeArrowheads="1"/>
              </p:cNvSpPr>
              <p:nvPr/>
            </p:nvSpPr>
            <p:spPr bwMode="auto">
              <a:xfrm>
                <a:off x="16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5" name="Rectangle 91"/>
              <p:cNvSpPr>
                <a:spLocks noChangeArrowheads="1"/>
              </p:cNvSpPr>
              <p:nvPr/>
            </p:nvSpPr>
            <p:spPr bwMode="auto">
              <a:xfrm>
                <a:off x="16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6" name="Rectangle 92"/>
              <p:cNvSpPr>
                <a:spLocks noChangeArrowheads="1"/>
              </p:cNvSpPr>
              <p:nvPr/>
            </p:nvSpPr>
            <p:spPr bwMode="auto">
              <a:xfrm>
                <a:off x="17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7" name="Rectangle 93"/>
              <p:cNvSpPr>
                <a:spLocks noChangeArrowheads="1"/>
              </p:cNvSpPr>
              <p:nvPr/>
            </p:nvSpPr>
            <p:spPr bwMode="auto">
              <a:xfrm>
                <a:off x="178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8" name="Rectangle 94"/>
              <p:cNvSpPr>
                <a:spLocks noChangeArrowheads="1"/>
              </p:cNvSpPr>
              <p:nvPr/>
            </p:nvSpPr>
            <p:spPr bwMode="auto">
              <a:xfrm>
                <a:off x="184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79" name="Rectangle 95"/>
              <p:cNvSpPr>
                <a:spLocks noChangeArrowheads="1"/>
              </p:cNvSpPr>
              <p:nvPr/>
            </p:nvSpPr>
            <p:spPr bwMode="auto">
              <a:xfrm>
                <a:off x="18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0" name="Rectangle 96"/>
              <p:cNvSpPr>
                <a:spLocks noChangeArrowheads="1"/>
              </p:cNvSpPr>
              <p:nvPr/>
            </p:nvSpPr>
            <p:spPr bwMode="auto">
              <a:xfrm>
                <a:off x="19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1" name="Rectangle 97"/>
              <p:cNvSpPr>
                <a:spLocks noChangeArrowheads="1"/>
              </p:cNvSpPr>
              <p:nvPr/>
            </p:nvSpPr>
            <p:spPr bwMode="auto">
              <a:xfrm>
                <a:off x="20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2" name="Rectangle 98"/>
              <p:cNvSpPr>
                <a:spLocks noChangeArrowheads="1"/>
              </p:cNvSpPr>
              <p:nvPr/>
            </p:nvSpPr>
            <p:spPr bwMode="auto">
              <a:xfrm>
                <a:off x="20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3" name="Rectangle 99"/>
              <p:cNvSpPr>
                <a:spLocks noChangeArrowheads="1"/>
              </p:cNvSpPr>
              <p:nvPr/>
            </p:nvSpPr>
            <p:spPr bwMode="auto">
              <a:xfrm>
                <a:off x="211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4" name="Rectangle 100"/>
              <p:cNvSpPr>
                <a:spLocks noChangeArrowheads="1"/>
              </p:cNvSpPr>
              <p:nvPr/>
            </p:nvSpPr>
            <p:spPr bwMode="auto">
              <a:xfrm>
                <a:off x="216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5" name="Rectangle 101"/>
              <p:cNvSpPr>
                <a:spLocks noChangeArrowheads="1"/>
              </p:cNvSpPr>
              <p:nvPr/>
            </p:nvSpPr>
            <p:spPr bwMode="auto">
              <a:xfrm>
                <a:off x="22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6" name="Rectangle 102"/>
              <p:cNvSpPr>
                <a:spLocks noChangeArrowheads="1"/>
              </p:cNvSpPr>
              <p:nvPr/>
            </p:nvSpPr>
            <p:spPr bwMode="auto">
              <a:xfrm>
                <a:off x="22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7" name="Rectangle 103"/>
              <p:cNvSpPr>
                <a:spLocks noChangeArrowheads="1"/>
              </p:cNvSpPr>
              <p:nvPr/>
            </p:nvSpPr>
            <p:spPr bwMode="auto">
              <a:xfrm>
                <a:off x="23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8" name="Rectangle 104"/>
              <p:cNvSpPr>
                <a:spLocks noChangeArrowheads="1"/>
              </p:cNvSpPr>
              <p:nvPr/>
            </p:nvSpPr>
            <p:spPr bwMode="auto">
              <a:xfrm>
                <a:off x="23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89" name="Rectangle 105"/>
              <p:cNvSpPr>
                <a:spLocks noChangeArrowheads="1"/>
              </p:cNvSpPr>
              <p:nvPr/>
            </p:nvSpPr>
            <p:spPr bwMode="auto">
              <a:xfrm>
                <a:off x="24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0" name="Rectangle 106"/>
              <p:cNvSpPr>
                <a:spLocks noChangeArrowheads="1"/>
              </p:cNvSpPr>
              <p:nvPr/>
            </p:nvSpPr>
            <p:spPr bwMode="auto">
              <a:xfrm>
                <a:off x="248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1" name="Rectangle 107"/>
              <p:cNvSpPr>
                <a:spLocks noChangeArrowheads="1"/>
              </p:cNvSpPr>
              <p:nvPr/>
            </p:nvSpPr>
            <p:spPr bwMode="auto">
              <a:xfrm>
                <a:off x="25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2" name="Rectangle 108"/>
              <p:cNvSpPr>
                <a:spLocks noChangeArrowheads="1"/>
              </p:cNvSpPr>
              <p:nvPr/>
            </p:nvSpPr>
            <p:spPr bwMode="auto">
              <a:xfrm>
                <a:off x="25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3" name="Rectangle 109"/>
              <p:cNvSpPr>
                <a:spLocks noChangeArrowheads="1"/>
              </p:cNvSpPr>
              <p:nvPr/>
            </p:nvSpPr>
            <p:spPr bwMode="auto">
              <a:xfrm>
                <a:off x="26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4" name="Rectangle 110"/>
              <p:cNvSpPr>
                <a:spLocks noChangeArrowheads="1"/>
              </p:cNvSpPr>
              <p:nvPr/>
            </p:nvSpPr>
            <p:spPr bwMode="auto">
              <a:xfrm>
                <a:off x="27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5" name="Rectangle 111"/>
              <p:cNvSpPr>
                <a:spLocks noChangeArrowheads="1"/>
              </p:cNvSpPr>
              <p:nvPr/>
            </p:nvSpPr>
            <p:spPr bwMode="auto">
              <a:xfrm>
                <a:off x="27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6" name="Rectangle 112"/>
              <p:cNvSpPr>
                <a:spLocks noChangeArrowheads="1"/>
              </p:cNvSpPr>
              <p:nvPr/>
            </p:nvSpPr>
            <p:spPr bwMode="auto">
              <a:xfrm>
                <a:off x="281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7" name="Rectangle 113"/>
              <p:cNvSpPr>
                <a:spLocks noChangeArrowheads="1"/>
              </p:cNvSpPr>
              <p:nvPr/>
            </p:nvSpPr>
            <p:spPr bwMode="auto">
              <a:xfrm>
                <a:off x="286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8" name="Rectangle 114"/>
              <p:cNvSpPr>
                <a:spLocks noChangeArrowheads="1"/>
              </p:cNvSpPr>
              <p:nvPr/>
            </p:nvSpPr>
            <p:spPr bwMode="auto">
              <a:xfrm>
                <a:off x="29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299" name="Rectangle 115"/>
              <p:cNvSpPr>
                <a:spLocks noChangeArrowheads="1"/>
              </p:cNvSpPr>
              <p:nvPr/>
            </p:nvSpPr>
            <p:spPr bwMode="auto">
              <a:xfrm>
                <a:off x="29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0" name="Rectangle 116"/>
              <p:cNvSpPr>
                <a:spLocks noChangeArrowheads="1"/>
              </p:cNvSpPr>
              <p:nvPr/>
            </p:nvSpPr>
            <p:spPr bwMode="auto">
              <a:xfrm>
                <a:off x="30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1" name="Rectangle 117"/>
              <p:cNvSpPr>
                <a:spLocks noChangeArrowheads="1"/>
              </p:cNvSpPr>
              <p:nvPr/>
            </p:nvSpPr>
            <p:spPr bwMode="auto">
              <a:xfrm>
                <a:off x="30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2" name="Rectangle 118"/>
              <p:cNvSpPr>
                <a:spLocks noChangeArrowheads="1"/>
              </p:cNvSpPr>
              <p:nvPr/>
            </p:nvSpPr>
            <p:spPr bwMode="auto">
              <a:xfrm>
                <a:off x="313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3" name="Rectangle 119"/>
              <p:cNvSpPr>
                <a:spLocks noChangeArrowheads="1"/>
              </p:cNvSpPr>
              <p:nvPr/>
            </p:nvSpPr>
            <p:spPr bwMode="auto">
              <a:xfrm>
                <a:off x="318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4" name="Rectangle 120"/>
              <p:cNvSpPr>
                <a:spLocks noChangeArrowheads="1"/>
              </p:cNvSpPr>
              <p:nvPr/>
            </p:nvSpPr>
            <p:spPr bwMode="auto">
              <a:xfrm>
                <a:off x="32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5" name="Rectangle 121"/>
              <p:cNvSpPr>
                <a:spLocks noChangeArrowheads="1"/>
              </p:cNvSpPr>
              <p:nvPr/>
            </p:nvSpPr>
            <p:spPr bwMode="auto">
              <a:xfrm>
                <a:off x="32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6" name="Rectangle 122"/>
              <p:cNvSpPr>
                <a:spLocks noChangeArrowheads="1"/>
              </p:cNvSpPr>
              <p:nvPr/>
            </p:nvSpPr>
            <p:spPr bwMode="auto">
              <a:xfrm>
                <a:off x="33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7" name="Rectangle 123"/>
              <p:cNvSpPr>
                <a:spLocks noChangeArrowheads="1"/>
              </p:cNvSpPr>
              <p:nvPr/>
            </p:nvSpPr>
            <p:spPr bwMode="auto">
              <a:xfrm>
                <a:off x="340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8" name="Rectangle 124"/>
              <p:cNvSpPr>
                <a:spLocks noChangeArrowheads="1"/>
              </p:cNvSpPr>
              <p:nvPr/>
            </p:nvSpPr>
            <p:spPr bwMode="auto">
              <a:xfrm>
                <a:off x="345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09" name="Rectangle 125"/>
              <p:cNvSpPr>
                <a:spLocks noChangeArrowheads="1"/>
              </p:cNvSpPr>
              <p:nvPr/>
            </p:nvSpPr>
            <p:spPr bwMode="auto">
              <a:xfrm>
                <a:off x="350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0" name="Rectangle 126"/>
              <p:cNvSpPr>
                <a:spLocks noChangeArrowheads="1"/>
              </p:cNvSpPr>
              <p:nvPr/>
            </p:nvSpPr>
            <p:spPr bwMode="auto">
              <a:xfrm>
                <a:off x="356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1" name="Rectangle 127"/>
              <p:cNvSpPr>
                <a:spLocks noChangeArrowheads="1"/>
              </p:cNvSpPr>
              <p:nvPr/>
            </p:nvSpPr>
            <p:spPr bwMode="auto">
              <a:xfrm>
                <a:off x="36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2" name="Rectangle 128"/>
              <p:cNvSpPr>
                <a:spLocks noChangeArrowheads="1"/>
              </p:cNvSpPr>
              <p:nvPr/>
            </p:nvSpPr>
            <p:spPr bwMode="auto">
              <a:xfrm>
                <a:off x="36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3" name="Rectangle 129"/>
              <p:cNvSpPr>
                <a:spLocks noChangeArrowheads="1"/>
              </p:cNvSpPr>
              <p:nvPr/>
            </p:nvSpPr>
            <p:spPr bwMode="auto">
              <a:xfrm>
                <a:off x="372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4" name="Rectangle 130"/>
              <p:cNvSpPr>
                <a:spLocks noChangeArrowheads="1"/>
              </p:cNvSpPr>
              <p:nvPr/>
            </p:nvSpPr>
            <p:spPr bwMode="auto">
              <a:xfrm>
                <a:off x="377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5" name="Rectangle 131"/>
              <p:cNvSpPr>
                <a:spLocks noChangeArrowheads="1"/>
              </p:cNvSpPr>
              <p:nvPr/>
            </p:nvSpPr>
            <p:spPr bwMode="auto">
              <a:xfrm>
                <a:off x="383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6" name="Rectangle 132"/>
              <p:cNvSpPr>
                <a:spLocks noChangeArrowheads="1"/>
              </p:cNvSpPr>
              <p:nvPr/>
            </p:nvSpPr>
            <p:spPr bwMode="auto">
              <a:xfrm>
                <a:off x="388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7" name="Rectangle 133"/>
              <p:cNvSpPr>
                <a:spLocks noChangeArrowheads="1"/>
              </p:cNvSpPr>
              <p:nvPr/>
            </p:nvSpPr>
            <p:spPr bwMode="auto">
              <a:xfrm>
                <a:off x="39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8" name="Rectangle 134"/>
              <p:cNvSpPr>
                <a:spLocks noChangeArrowheads="1"/>
              </p:cNvSpPr>
              <p:nvPr/>
            </p:nvSpPr>
            <p:spPr bwMode="auto">
              <a:xfrm>
                <a:off x="39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19" name="Rectangle 135"/>
              <p:cNvSpPr>
                <a:spLocks noChangeArrowheads="1"/>
              </p:cNvSpPr>
              <p:nvPr/>
            </p:nvSpPr>
            <p:spPr bwMode="auto">
              <a:xfrm>
                <a:off x="404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0" name="Rectangle 136"/>
              <p:cNvSpPr>
                <a:spLocks noChangeArrowheads="1"/>
              </p:cNvSpPr>
              <p:nvPr/>
            </p:nvSpPr>
            <p:spPr bwMode="auto">
              <a:xfrm>
                <a:off x="4102" y="224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1" name="Rectangle 137"/>
              <p:cNvSpPr>
                <a:spLocks noChangeArrowheads="1"/>
              </p:cNvSpPr>
              <p:nvPr/>
            </p:nvSpPr>
            <p:spPr bwMode="auto">
              <a:xfrm>
                <a:off x="4155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2" name="Rectangle 138"/>
              <p:cNvSpPr>
                <a:spLocks noChangeArrowheads="1"/>
              </p:cNvSpPr>
              <p:nvPr/>
            </p:nvSpPr>
            <p:spPr bwMode="auto">
              <a:xfrm>
                <a:off x="4209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3" name="Rectangle 139"/>
              <p:cNvSpPr>
                <a:spLocks noChangeArrowheads="1"/>
              </p:cNvSpPr>
              <p:nvPr/>
            </p:nvSpPr>
            <p:spPr bwMode="auto">
              <a:xfrm>
                <a:off x="4263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4" name="Rectangle 140"/>
              <p:cNvSpPr>
                <a:spLocks noChangeArrowheads="1"/>
              </p:cNvSpPr>
              <p:nvPr/>
            </p:nvSpPr>
            <p:spPr bwMode="auto">
              <a:xfrm>
                <a:off x="4317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5" name="Rectangle 141"/>
              <p:cNvSpPr>
                <a:spLocks noChangeArrowheads="1"/>
              </p:cNvSpPr>
              <p:nvPr/>
            </p:nvSpPr>
            <p:spPr bwMode="auto">
              <a:xfrm>
                <a:off x="4371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6" name="Rectangle 142"/>
              <p:cNvSpPr>
                <a:spLocks noChangeArrowheads="1"/>
              </p:cNvSpPr>
              <p:nvPr/>
            </p:nvSpPr>
            <p:spPr bwMode="auto">
              <a:xfrm>
                <a:off x="4425" y="2244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7" name="Rectangle 143"/>
              <p:cNvSpPr>
                <a:spLocks noChangeArrowheads="1"/>
              </p:cNvSpPr>
              <p:nvPr/>
            </p:nvSpPr>
            <p:spPr bwMode="auto">
              <a:xfrm>
                <a:off x="4478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8" name="Rectangle 144"/>
              <p:cNvSpPr>
                <a:spLocks noChangeArrowheads="1"/>
              </p:cNvSpPr>
              <p:nvPr/>
            </p:nvSpPr>
            <p:spPr bwMode="auto">
              <a:xfrm>
                <a:off x="4532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29" name="Rectangle 145"/>
              <p:cNvSpPr>
                <a:spLocks noChangeArrowheads="1"/>
              </p:cNvSpPr>
              <p:nvPr/>
            </p:nvSpPr>
            <p:spPr bwMode="auto">
              <a:xfrm>
                <a:off x="4586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0" name="Rectangle 146"/>
              <p:cNvSpPr>
                <a:spLocks noChangeArrowheads="1"/>
              </p:cNvSpPr>
              <p:nvPr/>
            </p:nvSpPr>
            <p:spPr bwMode="auto">
              <a:xfrm>
                <a:off x="4640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1" name="Rectangle 147"/>
              <p:cNvSpPr>
                <a:spLocks noChangeArrowheads="1"/>
              </p:cNvSpPr>
              <p:nvPr/>
            </p:nvSpPr>
            <p:spPr bwMode="auto">
              <a:xfrm>
                <a:off x="4694" y="2244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2" name="Rectangle 148"/>
              <p:cNvSpPr>
                <a:spLocks noChangeArrowheads="1"/>
              </p:cNvSpPr>
              <p:nvPr/>
            </p:nvSpPr>
            <p:spPr bwMode="auto">
              <a:xfrm>
                <a:off x="9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3" name="Rectangle 149"/>
              <p:cNvSpPr>
                <a:spLocks noChangeArrowheads="1"/>
              </p:cNvSpPr>
              <p:nvPr/>
            </p:nvSpPr>
            <p:spPr bwMode="auto">
              <a:xfrm>
                <a:off x="10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4" name="Rectangle 150"/>
              <p:cNvSpPr>
                <a:spLocks noChangeArrowheads="1"/>
              </p:cNvSpPr>
              <p:nvPr/>
            </p:nvSpPr>
            <p:spPr bwMode="auto">
              <a:xfrm>
                <a:off x="108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5" name="Rectangle 151"/>
              <p:cNvSpPr>
                <a:spLocks noChangeArrowheads="1"/>
              </p:cNvSpPr>
              <p:nvPr/>
            </p:nvSpPr>
            <p:spPr bwMode="auto">
              <a:xfrm>
                <a:off x="114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6" name="Rectangle 152"/>
              <p:cNvSpPr>
                <a:spLocks noChangeArrowheads="1"/>
              </p:cNvSpPr>
              <p:nvPr/>
            </p:nvSpPr>
            <p:spPr bwMode="auto">
              <a:xfrm>
                <a:off x="119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7" name="Rectangle 153"/>
              <p:cNvSpPr>
                <a:spLocks noChangeArrowheads="1"/>
              </p:cNvSpPr>
              <p:nvPr/>
            </p:nvSpPr>
            <p:spPr bwMode="auto">
              <a:xfrm>
                <a:off x="12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8" name="Rectangle 154"/>
              <p:cNvSpPr>
                <a:spLocks noChangeArrowheads="1"/>
              </p:cNvSpPr>
              <p:nvPr/>
            </p:nvSpPr>
            <p:spPr bwMode="auto">
              <a:xfrm>
                <a:off x="13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39" name="Rectangle 155"/>
              <p:cNvSpPr>
                <a:spLocks noChangeArrowheads="1"/>
              </p:cNvSpPr>
              <p:nvPr/>
            </p:nvSpPr>
            <p:spPr bwMode="auto">
              <a:xfrm>
                <a:off x="13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0" name="Rectangle 156"/>
              <p:cNvSpPr>
                <a:spLocks noChangeArrowheads="1"/>
              </p:cNvSpPr>
              <p:nvPr/>
            </p:nvSpPr>
            <p:spPr bwMode="auto">
              <a:xfrm>
                <a:off x="141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1" name="Rectangle 157"/>
              <p:cNvSpPr>
                <a:spLocks noChangeArrowheads="1"/>
              </p:cNvSpPr>
              <p:nvPr/>
            </p:nvSpPr>
            <p:spPr bwMode="auto">
              <a:xfrm>
                <a:off x="146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2" name="Rectangle 158"/>
              <p:cNvSpPr>
                <a:spLocks noChangeArrowheads="1"/>
              </p:cNvSpPr>
              <p:nvPr/>
            </p:nvSpPr>
            <p:spPr bwMode="auto">
              <a:xfrm>
                <a:off x="151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3" name="Rectangle 159"/>
              <p:cNvSpPr>
                <a:spLocks noChangeArrowheads="1"/>
              </p:cNvSpPr>
              <p:nvPr/>
            </p:nvSpPr>
            <p:spPr bwMode="auto">
              <a:xfrm>
                <a:off x="15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4" name="Rectangle 160"/>
              <p:cNvSpPr>
                <a:spLocks noChangeArrowheads="1"/>
              </p:cNvSpPr>
              <p:nvPr/>
            </p:nvSpPr>
            <p:spPr bwMode="auto">
              <a:xfrm>
                <a:off x="16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5" name="Rectangle 161"/>
              <p:cNvSpPr>
                <a:spLocks noChangeArrowheads="1"/>
              </p:cNvSpPr>
              <p:nvPr/>
            </p:nvSpPr>
            <p:spPr bwMode="auto">
              <a:xfrm>
                <a:off x="16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6" name="Rectangle 162"/>
              <p:cNvSpPr>
                <a:spLocks noChangeArrowheads="1"/>
              </p:cNvSpPr>
              <p:nvPr/>
            </p:nvSpPr>
            <p:spPr bwMode="auto">
              <a:xfrm>
                <a:off x="17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7" name="Rectangle 163"/>
              <p:cNvSpPr>
                <a:spLocks noChangeArrowheads="1"/>
              </p:cNvSpPr>
              <p:nvPr/>
            </p:nvSpPr>
            <p:spPr bwMode="auto">
              <a:xfrm>
                <a:off x="178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8" name="Rectangle 164"/>
              <p:cNvSpPr>
                <a:spLocks noChangeArrowheads="1"/>
              </p:cNvSpPr>
              <p:nvPr/>
            </p:nvSpPr>
            <p:spPr bwMode="auto">
              <a:xfrm>
                <a:off x="184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49" name="Rectangle 165"/>
              <p:cNvSpPr>
                <a:spLocks noChangeArrowheads="1"/>
              </p:cNvSpPr>
              <p:nvPr/>
            </p:nvSpPr>
            <p:spPr bwMode="auto">
              <a:xfrm>
                <a:off x="18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0" name="Rectangle 166"/>
              <p:cNvSpPr>
                <a:spLocks noChangeArrowheads="1"/>
              </p:cNvSpPr>
              <p:nvPr/>
            </p:nvSpPr>
            <p:spPr bwMode="auto">
              <a:xfrm>
                <a:off x="19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1" name="Rectangle 167"/>
              <p:cNvSpPr>
                <a:spLocks noChangeArrowheads="1"/>
              </p:cNvSpPr>
              <p:nvPr/>
            </p:nvSpPr>
            <p:spPr bwMode="auto">
              <a:xfrm>
                <a:off x="20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2" name="Rectangle 168"/>
              <p:cNvSpPr>
                <a:spLocks noChangeArrowheads="1"/>
              </p:cNvSpPr>
              <p:nvPr/>
            </p:nvSpPr>
            <p:spPr bwMode="auto">
              <a:xfrm>
                <a:off x="20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3" name="Rectangle 169"/>
              <p:cNvSpPr>
                <a:spLocks noChangeArrowheads="1"/>
              </p:cNvSpPr>
              <p:nvPr/>
            </p:nvSpPr>
            <p:spPr bwMode="auto">
              <a:xfrm>
                <a:off x="211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4" name="Rectangle 170"/>
              <p:cNvSpPr>
                <a:spLocks noChangeArrowheads="1"/>
              </p:cNvSpPr>
              <p:nvPr/>
            </p:nvSpPr>
            <p:spPr bwMode="auto">
              <a:xfrm>
                <a:off x="216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5" name="Rectangle 171"/>
              <p:cNvSpPr>
                <a:spLocks noChangeArrowheads="1"/>
              </p:cNvSpPr>
              <p:nvPr/>
            </p:nvSpPr>
            <p:spPr bwMode="auto">
              <a:xfrm>
                <a:off x="22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6" name="Rectangle 172"/>
              <p:cNvSpPr>
                <a:spLocks noChangeArrowheads="1"/>
              </p:cNvSpPr>
              <p:nvPr/>
            </p:nvSpPr>
            <p:spPr bwMode="auto">
              <a:xfrm>
                <a:off x="22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7" name="Rectangle 173"/>
              <p:cNvSpPr>
                <a:spLocks noChangeArrowheads="1"/>
              </p:cNvSpPr>
              <p:nvPr/>
            </p:nvSpPr>
            <p:spPr bwMode="auto">
              <a:xfrm>
                <a:off x="23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8" name="Rectangle 174"/>
              <p:cNvSpPr>
                <a:spLocks noChangeArrowheads="1"/>
              </p:cNvSpPr>
              <p:nvPr/>
            </p:nvSpPr>
            <p:spPr bwMode="auto">
              <a:xfrm>
                <a:off x="23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59" name="Rectangle 175"/>
              <p:cNvSpPr>
                <a:spLocks noChangeArrowheads="1"/>
              </p:cNvSpPr>
              <p:nvPr/>
            </p:nvSpPr>
            <p:spPr bwMode="auto">
              <a:xfrm>
                <a:off x="24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0" name="Rectangle 176"/>
              <p:cNvSpPr>
                <a:spLocks noChangeArrowheads="1"/>
              </p:cNvSpPr>
              <p:nvPr/>
            </p:nvSpPr>
            <p:spPr bwMode="auto">
              <a:xfrm>
                <a:off x="248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1" name="Rectangle 177"/>
              <p:cNvSpPr>
                <a:spLocks noChangeArrowheads="1"/>
              </p:cNvSpPr>
              <p:nvPr/>
            </p:nvSpPr>
            <p:spPr bwMode="auto">
              <a:xfrm>
                <a:off x="25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2" name="Rectangle 178"/>
              <p:cNvSpPr>
                <a:spLocks noChangeArrowheads="1"/>
              </p:cNvSpPr>
              <p:nvPr/>
            </p:nvSpPr>
            <p:spPr bwMode="auto">
              <a:xfrm>
                <a:off x="25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3" name="Rectangle 179"/>
              <p:cNvSpPr>
                <a:spLocks noChangeArrowheads="1"/>
              </p:cNvSpPr>
              <p:nvPr/>
            </p:nvSpPr>
            <p:spPr bwMode="auto">
              <a:xfrm>
                <a:off x="26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4" name="Rectangle 180"/>
              <p:cNvSpPr>
                <a:spLocks noChangeArrowheads="1"/>
              </p:cNvSpPr>
              <p:nvPr/>
            </p:nvSpPr>
            <p:spPr bwMode="auto">
              <a:xfrm>
                <a:off x="27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5" name="Rectangle 181"/>
              <p:cNvSpPr>
                <a:spLocks noChangeArrowheads="1"/>
              </p:cNvSpPr>
              <p:nvPr/>
            </p:nvSpPr>
            <p:spPr bwMode="auto">
              <a:xfrm>
                <a:off x="27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6" name="Rectangle 182"/>
              <p:cNvSpPr>
                <a:spLocks noChangeArrowheads="1"/>
              </p:cNvSpPr>
              <p:nvPr/>
            </p:nvSpPr>
            <p:spPr bwMode="auto">
              <a:xfrm>
                <a:off x="281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7" name="Rectangle 183"/>
              <p:cNvSpPr>
                <a:spLocks noChangeArrowheads="1"/>
              </p:cNvSpPr>
              <p:nvPr/>
            </p:nvSpPr>
            <p:spPr bwMode="auto">
              <a:xfrm>
                <a:off x="286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8" name="Rectangle 184"/>
              <p:cNvSpPr>
                <a:spLocks noChangeArrowheads="1"/>
              </p:cNvSpPr>
              <p:nvPr/>
            </p:nvSpPr>
            <p:spPr bwMode="auto">
              <a:xfrm>
                <a:off x="29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69" name="Rectangle 185"/>
              <p:cNvSpPr>
                <a:spLocks noChangeArrowheads="1"/>
              </p:cNvSpPr>
              <p:nvPr/>
            </p:nvSpPr>
            <p:spPr bwMode="auto">
              <a:xfrm>
                <a:off x="29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0" name="Rectangle 186"/>
              <p:cNvSpPr>
                <a:spLocks noChangeArrowheads="1"/>
              </p:cNvSpPr>
              <p:nvPr/>
            </p:nvSpPr>
            <p:spPr bwMode="auto">
              <a:xfrm>
                <a:off x="30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1" name="Rectangle 187"/>
              <p:cNvSpPr>
                <a:spLocks noChangeArrowheads="1"/>
              </p:cNvSpPr>
              <p:nvPr/>
            </p:nvSpPr>
            <p:spPr bwMode="auto">
              <a:xfrm>
                <a:off x="30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2" name="Rectangle 188"/>
              <p:cNvSpPr>
                <a:spLocks noChangeArrowheads="1"/>
              </p:cNvSpPr>
              <p:nvPr/>
            </p:nvSpPr>
            <p:spPr bwMode="auto">
              <a:xfrm>
                <a:off x="313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3" name="Rectangle 189"/>
              <p:cNvSpPr>
                <a:spLocks noChangeArrowheads="1"/>
              </p:cNvSpPr>
              <p:nvPr/>
            </p:nvSpPr>
            <p:spPr bwMode="auto">
              <a:xfrm>
                <a:off x="318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4" name="Rectangle 190"/>
              <p:cNvSpPr>
                <a:spLocks noChangeArrowheads="1"/>
              </p:cNvSpPr>
              <p:nvPr/>
            </p:nvSpPr>
            <p:spPr bwMode="auto">
              <a:xfrm>
                <a:off x="32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5" name="Rectangle 191"/>
              <p:cNvSpPr>
                <a:spLocks noChangeArrowheads="1"/>
              </p:cNvSpPr>
              <p:nvPr/>
            </p:nvSpPr>
            <p:spPr bwMode="auto">
              <a:xfrm>
                <a:off x="32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6" name="Rectangle 192"/>
              <p:cNvSpPr>
                <a:spLocks noChangeArrowheads="1"/>
              </p:cNvSpPr>
              <p:nvPr/>
            </p:nvSpPr>
            <p:spPr bwMode="auto">
              <a:xfrm>
                <a:off x="33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7" name="Rectangle 193"/>
              <p:cNvSpPr>
                <a:spLocks noChangeArrowheads="1"/>
              </p:cNvSpPr>
              <p:nvPr/>
            </p:nvSpPr>
            <p:spPr bwMode="auto">
              <a:xfrm>
                <a:off x="340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8" name="Rectangle 194"/>
              <p:cNvSpPr>
                <a:spLocks noChangeArrowheads="1"/>
              </p:cNvSpPr>
              <p:nvPr/>
            </p:nvSpPr>
            <p:spPr bwMode="auto">
              <a:xfrm>
                <a:off x="345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79" name="Rectangle 195"/>
              <p:cNvSpPr>
                <a:spLocks noChangeArrowheads="1"/>
              </p:cNvSpPr>
              <p:nvPr/>
            </p:nvSpPr>
            <p:spPr bwMode="auto">
              <a:xfrm>
                <a:off x="350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0" name="Rectangle 196"/>
              <p:cNvSpPr>
                <a:spLocks noChangeArrowheads="1"/>
              </p:cNvSpPr>
              <p:nvPr/>
            </p:nvSpPr>
            <p:spPr bwMode="auto">
              <a:xfrm>
                <a:off x="356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1" name="Rectangle 197"/>
              <p:cNvSpPr>
                <a:spLocks noChangeArrowheads="1"/>
              </p:cNvSpPr>
              <p:nvPr/>
            </p:nvSpPr>
            <p:spPr bwMode="auto">
              <a:xfrm>
                <a:off x="36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2" name="Rectangle 198"/>
              <p:cNvSpPr>
                <a:spLocks noChangeArrowheads="1"/>
              </p:cNvSpPr>
              <p:nvPr/>
            </p:nvSpPr>
            <p:spPr bwMode="auto">
              <a:xfrm>
                <a:off x="36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3" name="Rectangle 199"/>
              <p:cNvSpPr>
                <a:spLocks noChangeArrowheads="1"/>
              </p:cNvSpPr>
              <p:nvPr/>
            </p:nvSpPr>
            <p:spPr bwMode="auto">
              <a:xfrm>
                <a:off x="372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4" name="Rectangle 200"/>
              <p:cNvSpPr>
                <a:spLocks noChangeArrowheads="1"/>
              </p:cNvSpPr>
              <p:nvPr/>
            </p:nvSpPr>
            <p:spPr bwMode="auto">
              <a:xfrm>
                <a:off x="377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5" name="Rectangle 201"/>
              <p:cNvSpPr>
                <a:spLocks noChangeArrowheads="1"/>
              </p:cNvSpPr>
              <p:nvPr/>
            </p:nvSpPr>
            <p:spPr bwMode="auto">
              <a:xfrm>
                <a:off x="383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6" name="Rectangle 202"/>
              <p:cNvSpPr>
                <a:spLocks noChangeArrowheads="1"/>
              </p:cNvSpPr>
              <p:nvPr/>
            </p:nvSpPr>
            <p:spPr bwMode="auto">
              <a:xfrm>
                <a:off x="388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7" name="Rectangle 203"/>
              <p:cNvSpPr>
                <a:spLocks noChangeArrowheads="1"/>
              </p:cNvSpPr>
              <p:nvPr/>
            </p:nvSpPr>
            <p:spPr bwMode="auto">
              <a:xfrm>
                <a:off x="39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8" name="Rectangle 204"/>
              <p:cNvSpPr>
                <a:spLocks noChangeArrowheads="1"/>
              </p:cNvSpPr>
              <p:nvPr/>
            </p:nvSpPr>
            <p:spPr bwMode="auto">
              <a:xfrm>
                <a:off x="39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89" name="Rectangle 205"/>
              <p:cNvSpPr>
                <a:spLocks noChangeArrowheads="1"/>
              </p:cNvSpPr>
              <p:nvPr/>
            </p:nvSpPr>
            <p:spPr bwMode="auto">
              <a:xfrm>
                <a:off x="404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390" name="Rectangle 206"/>
              <p:cNvSpPr>
                <a:spLocks noChangeArrowheads="1"/>
              </p:cNvSpPr>
              <p:nvPr/>
            </p:nvSpPr>
            <p:spPr bwMode="auto">
              <a:xfrm>
                <a:off x="4102" y="1913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</p:grpSp>
        <p:grpSp>
          <p:nvGrpSpPr>
            <p:cNvPr id="83985" name="Group 207"/>
            <p:cNvGrpSpPr>
              <a:grpSpLocks/>
            </p:cNvGrpSpPr>
            <p:nvPr/>
          </p:nvGrpSpPr>
          <p:grpSpPr bwMode="auto">
            <a:xfrm>
              <a:off x="746" y="1151"/>
              <a:ext cx="4003" cy="2055"/>
              <a:chOff x="746" y="1151"/>
              <a:chExt cx="4003" cy="2055"/>
            </a:xfrm>
          </p:grpSpPr>
          <p:sp>
            <p:nvSpPr>
              <p:cNvPr id="83991" name="Rectangle 208"/>
              <p:cNvSpPr>
                <a:spLocks noChangeArrowheads="1"/>
              </p:cNvSpPr>
              <p:nvPr/>
            </p:nvSpPr>
            <p:spPr bwMode="auto">
              <a:xfrm>
                <a:off x="4155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2" name="Rectangle 209"/>
              <p:cNvSpPr>
                <a:spLocks noChangeArrowheads="1"/>
              </p:cNvSpPr>
              <p:nvPr/>
            </p:nvSpPr>
            <p:spPr bwMode="auto">
              <a:xfrm>
                <a:off x="4209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3" name="Rectangle 210"/>
              <p:cNvSpPr>
                <a:spLocks noChangeArrowheads="1"/>
              </p:cNvSpPr>
              <p:nvPr/>
            </p:nvSpPr>
            <p:spPr bwMode="auto">
              <a:xfrm>
                <a:off x="4263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4" name="Rectangle 211"/>
              <p:cNvSpPr>
                <a:spLocks noChangeArrowheads="1"/>
              </p:cNvSpPr>
              <p:nvPr/>
            </p:nvSpPr>
            <p:spPr bwMode="auto">
              <a:xfrm>
                <a:off x="4317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5" name="Rectangle 212"/>
              <p:cNvSpPr>
                <a:spLocks noChangeArrowheads="1"/>
              </p:cNvSpPr>
              <p:nvPr/>
            </p:nvSpPr>
            <p:spPr bwMode="auto">
              <a:xfrm>
                <a:off x="4371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6" name="Rectangle 213"/>
              <p:cNvSpPr>
                <a:spLocks noChangeArrowheads="1"/>
              </p:cNvSpPr>
              <p:nvPr/>
            </p:nvSpPr>
            <p:spPr bwMode="auto">
              <a:xfrm>
                <a:off x="4425" y="1913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7" name="Rectangle 214"/>
              <p:cNvSpPr>
                <a:spLocks noChangeArrowheads="1"/>
              </p:cNvSpPr>
              <p:nvPr/>
            </p:nvSpPr>
            <p:spPr bwMode="auto">
              <a:xfrm>
                <a:off x="4478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8" name="Rectangle 215"/>
              <p:cNvSpPr>
                <a:spLocks noChangeArrowheads="1"/>
              </p:cNvSpPr>
              <p:nvPr/>
            </p:nvSpPr>
            <p:spPr bwMode="auto">
              <a:xfrm>
                <a:off x="4532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3999" name="Rectangle 216"/>
              <p:cNvSpPr>
                <a:spLocks noChangeArrowheads="1"/>
              </p:cNvSpPr>
              <p:nvPr/>
            </p:nvSpPr>
            <p:spPr bwMode="auto">
              <a:xfrm>
                <a:off x="4586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0" name="Rectangle 217"/>
              <p:cNvSpPr>
                <a:spLocks noChangeArrowheads="1"/>
              </p:cNvSpPr>
              <p:nvPr/>
            </p:nvSpPr>
            <p:spPr bwMode="auto">
              <a:xfrm>
                <a:off x="4640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1" name="Rectangle 218"/>
              <p:cNvSpPr>
                <a:spLocks noChangeArrowheads="1"/>
              </p:cNvSpPr>
              <p:nvPr/>
            </p:nvSpPr>
            <p:spPr bwMode="auto">
              <a:xfrm>
                <a:off x="4694" y="1913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2" name="Rectangle 219"/>
              <p:cNvSpPr>
                <a:spLocks noChangeArrowheads="1"/>
              </p:cNvSpPr>
              <p:nvPr/>
            </p:nvSpPr>
            <p:spPr bwMode="auto">
              <a:xfrm>
                <a:off x="9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3" name="Rectangle 220"/>
              <p:cNvSpPr>
                <a:spLocks noChangeArrowheads="1"/>
              </p:cNvSpPr>
              <p:nvPr/>
            </p:nvSpPr>
            <p:spPr bwMode="auto">
              <a:xfrm>
                <a:off x="10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4" name="Rectangle 221"/>
              <p:cNvSpPr>
                <a:spLocks noChangeArrowheads="1"/>
              </p:cNvSpPr>
              <p:nvPr/>
            </p:nvSpPr>
            <p:spPr bwMode="auto">
              <a:xfrm>
                <a:off x="108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5" name="Rectangle 222"/>
              <p:cNvSpPr>
                <a:spLocks noChangeArrowheads="1"/>
              </p:cNvSpPr>
              <p:nvPr/>
            </p:nvSpPr>
            <p:spPr bwMode="auto">
              <a:xfrm>
                <a:off x="114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6" name="Rectangle 223"/>
              <p:cNvSpPr>
                <a:spLocks noChangeArrowheads="1"/>
              </p:cNvSpPr>
              <p:nvPr/>
            </p:nvSpPr>
            <p:spPr bwMode="auto">
              <a:xfrm>
                <a:off x="119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7" name="Rectangle 224"/>
              <p:cNvSpPr>
                <a:spLocks noChangeArrowheads="1"/>
              </p:cNvSpPr>
              <p:nvPr/>
            </p:nvSpPr>
            <p:spPr bwMode="auto">
              <a:xfrm>
                <a:off x="12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8" name="Rectangle 225"/>
              <p:cNvSpPr>
                <a:spLocks noChangeArrowheads="1"/>
              </p:cNvSpPr>
              <p:nvPr/>
            </p:nvSpPr>
            <p:spPr bwMode="auto">
              <a:xfrm>
                <a:off x="13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09" name="Rectangle 226"/>
              <p:cNvSpPr>
                <a:spLocks noChangeArrowheads="1"/>
              </p:cNvSpPr>
              <p:nvPr/>
            </p:nvSpPr>
            <p:spPr bwMode="auto">
              <a:xfrm>
                <a:off x="13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0" name="Rectangle 227"/>
              <p:cNvSpPr>
                <a:spLocks noChangeArrowheads="1"/>
              </p:cNvSpPr>
              <p:nvPr/>
            </p:nvSpPr>
            <p:spPr bwMode="auto">
              <a:xfrm>
                <a:off x="141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1" name="Rectangle 228"/>
              <p:cNvSpPr>
                <a:spLocks noChangeArrowheads="1"/>
              </p:cNvSpPr>
              <p:nvPr/>
            </p:nvSpPr>
            <p:spPr bwMode="auto">
              <a:xfrm>
                <a:off x="146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2" name="Rectangle 229"/>
              <p:cNvSpPr>
                <a:spLocks noChangeArrowheads="1"/>
              </p:cNvSpPr>
              <p:nvPr/>
            </p:nvSpPr>
            <p:spPr bwMode="auto">
              <a:xfrm>
                <a:off x="151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3" name="Rectangle 230"/>
              <p:cNvSpPr>
                <a:spLocks noChangeArrowheads="1"/>
              </p:cNvSpPr>
              <p:nvPr/>
            </p:nvSpPr>
            <p:spPr bwMode="auto">
              <a:xfrm>
                <a:off x="15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4" name="Rectangle 231"/>
              <p:cNvSpPr>
                <a:spLocks noChangeArrowheads="1"/>
              </p:cNvSpPr>
              <p:nvPr/>
            </p:nvSpPr>
            <p:spPr bwMode="auto">
              <a:xfrm>
                <a:off x="16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5" name="Rectangle 232"/>
              <p:cNvSpPr>
                <a:spLocks noChangeArrowheads="1"/>
              </p:cNvSpPr>
              <p:nvPr/>
            </p:nvSpPr>
            <p:spPr bwMode="auto">
              <a:xfrm>
                <a:off x="16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6" name="Rectangle 233"/>
              <p:cNvSpPr>
                <a:spLocks noChangeArrowheads="1"/>
              </p:cNvSpPr>
              <p:nvPr/>
            </p:nvSpPr>
            <p:spPr bwMode="auto">
              <a:xfrm>
                <a:off x="17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7" name="Rectangle 234"/>
              <p:cNvSpPr>
                <a:spLocks noChangeArrowheads="1"/>
              </p:cNvSpPr>
              <p:nvPr/>
            </p:nvSpPr>
            <p:spPr bwMode="auto">
              <a:xfrm>
                <a:off x="178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8" name="Rectangle 235"/>
              <p:cNvSpPr>
                <a:spLocks noChangeArrowheads="1"/>
              </p:cNvSpPr>
              <p:nvPr/>
            </p:nvSpPr>
            <p:spPr bwMode="auto">
              <a:xfrm>
                <a:off x="184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19" name="Rectangle 236"/>
              <p:cNvSpPr>
                <a:spLocks noChangeArrowheads="1"/>
              </p:cNvSpPr>
              <p:nvPr/>
            </p:nvSpPr>
            <p:spPr bwMode="auto">
              <a:xfrm>
                <a:off x="18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0" name="Rectangle 237"/>
              <p:cNvSpPr>
                <a:spLocks noChangeArrowheads="1"/>
              </p:cNvSpPr>
              <p:nvPr/>
            </p:nvSpPr>
            <p:spPr bwMode="auto">
              <a:xfrm>
                <a:off x="19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1" name="Rectangle 238"/>
              <p:cNvSpPr>
                <a:spLocks noChangeArrowheads="1"/>
              </p:cNvSpPr>
              <p:nvPr/>
            </p:nvSpPr>
            <p:spPr bwMode="auto">
              <a:xfrm>
                <a:off x="20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2" name="Rectangle 239"/>
              <p:cNvSpPr>
                <a:spLocks noChangeArrowheads="1"/>
              </p:cNvSpPr>
              <p:nvPr/>
            </p:nvSpPr>
            <p:spPr bwMode="auto">
              <a:xfrm>
                <a:off x="20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3" name="Rectangle 240"/>
              <p:cNvSpPr>
                <a:spLocks noChangeArrowheads="1"/>
              </p:cNvSpPr>
              <p:nvPr/>
            </p:nvSpPr>
            <p:spPr bwMode="auto">
              <a:xfrm>
                <a:off x="211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4" name="Rectangle 241"/>
              <p:cNvSpPr>
                <a:spLocks noChangeArrowheads="1"/>
              </p:cNvSpPr>
              <p:nvPr/>
            </p:nvSpPr>
            <p:spPr bwMode="auto">
              <a:xfrm>
                <a:off x="216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5" name="Rectangle 242"/>
              <p:cNvSpPr>
                <a:spLocks noChangeArrowheads="1"/>
              </p:cNvSpPr>
              <p:nvPr/>
            </p:nvSpPr>
            <p:spPr bwMode="auto">
              <a:xfrm>
                <a:off x="22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6" name="Rectangle 243"/>
              <p:cNvSpPr>
                <a:spLocks noChangeArrowheads="1"/>
              </p:cNvSpPr>
              <p:nvPr/>
            </p:nvSpPr>
            <p:spPr bwMode="auto">
              <a:xfrm>
                <a:off x="22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7" name="Rectangle 244"/>
              <p:cNvSpPr>
                <a:spLocks noChangeArrowheads="1"/>
              </p:cNvSpPr>
              <p:nvPr/>
            </p:nvSpPr>
            <p:spPr bwMode="auto">
              <a:xfrm>
                <a:off x="23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8" name="Rectangle 245"/>
              <p:cNvSpPr>
                <a:spLocks noChangeArrowheads="1"/>
              </p:cNvSpPr>
              <p:nvPr/>
            </p:nvSpPr>
            <p:spPr bwMode="auto">
              <a:xfrm>
                <a:off x="23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29" name="Rectangle 246"/>
              <p:cNvSpPr>
                <a:spLocks noChangeArrowheads="1"/>
              </p:cNvSpPr>
              <p:nvPr/>
            </p:nvSpPr>
            <p:spPr bwMode="auto">
              <a:xfrm>
                <a:off x="24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0" name="Rectangle 247"/>
              <p:cNvSpPr>
                <a:spLocks noChangeArrowheads="1"/>
              </p:cNvSpPr>
              <p:nvPr/>
            </p:nvSpPr>
            <p:spPr bwMode="auto">
              <a:xfrm>
                <a:off x="248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1" name="Rectangle 248"/>
              <p:cNvSpPr>
                <a:spLocks noChangeArrowheads="1"/>
              </p:cNvSpPr>
              <p:nvPr/>
            </p:nvSpPr>
            <p:spPr bwMode="auto">
              <a:xfrm>
                <a:off x="25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2" name="Rectangle 249"/>
              <p:cNvSpPr>
                <a:spLocks noChangeArrowheads="1"/>
              </p:cNvSpPr>
              <p:nvPr/>
            </p:nvSpPr>
            <p:spPr bwMode="auto">
              <a:xfrm>
                <a:off x="25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3" name="Rectangle 250"/>
              <p:cNvSpPr>
                <a:spLocks noChangeArrowheads="1"/>
              </p:cNvSpPr>
              <p:nvPr/>
            </p:nvSpPr>
            <p:spPr bwMode="auto">
              <a:xfrm>
                <a:off x="26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4" name="Rectangle 251"/>
              <p:cNvSpPr>
                <a:spLocks noChangeArrowheads="1"/>
              </p:cNvSpPr>
              <p:nvPr/>
            </p:nvSpPr>
            <p:spPr bwMode="auto">
              <a:xfrm>
                <a:off x="27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5" name="Rectangle 252"/>
              <p:cNvSpPr>
                <a:spLocks noChangeArrowheads="1"/>
              </p:cNvSpPr>
              <p:nvPr/>
            </p:nvSpPr>
            <p:spPr bwMode="auto">
              <a:xfrm>
                <a:off x="27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6" name="Rectangle 253"/>
              <p:cNvSpPr>
                <a:spLocks noChangeArrowheads="1"/>
              </p:cNvSpPr>
              <p:nvPr/>
            </p:nvSpPr>
            <p:spPr bwMode="auto">
              <a:xfrm>
                <a:off x="281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7" name="Rectangle 254"/>
              <p:cNvSpPr>
                <a:spLocks noChangeArrowheads="1"/>
              </p:cNvSpPr>
              <p:nvPr/>
            </p:nvSpPr>
            <p:spPr bwMode="auto">
              <a:xfrm>
                <a:off x="286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8" name="Rectangle 255"/>
              <p:cNvSpPr>
                <a:spLocks noChangeArrowheads="1"/>
              </p:cNvSpPr>
              <p:nvPr/>
            </p:nvSpPr>
            <p:spPr bwMode="auto">
              <a:xfrm>
                <a:off x="29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39" name="Rectangle 256"/>
              <p:cNvSpPr>
                <a:spLocks noChangeArrowheads="1"/>
              </p:cNvSpPr>
              <p:nvPr/>
            </p:nvSpPr>
            <p:spPr bwMode="auto">
              <a:xfrm>
                <a:off x="29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0" name="Rectangle 257"/>
              <p:cNvSpPr>
                <a:spLocks noChangeArrowheads="1"/>
              </p:cNvSpPr>
              <p:nvPr/>
            </p:nvSpPr>
            <p:spPr bwMode="auto">
              <a:xfrm>
                <a:off x="30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1" name="Rectangle 258"/>
              <p:cNvSpPr>
                <a:spLocks noChangeArrowheads="1"/>
              </p:cNvSpPr>
              <p:nvPr/>
            </p:nvSpPr>
            <p:spPr bwMode="auto">
              <a:xfrm>
                <a:off x="30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2" name="Rectangle 259"/>
              <p:cNvSpPr>
                <a:spLocks noChangeArrowheads="1"/>
              </p:cNvSpPr>
              <p:nvPr/>
            </p:nvSpPr>
            <p:spPr bwMode="auto">
              <a:xfrm>
                <a:off x="313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3" name="Rectangle 260"/>
              <p:cNvSpPr>
                <a:spLocks noChangeArrowheads="1"/>
              </p:cNvSpPr>
              <p:nvPr/>
            </p:nvSpPr>
            <p:spPr bwMode="auto">
              <a:xfrm>
                <a:off x="318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4" name="Rectangle 261"/>
              <p:cNvSpPr>
                <a:spLocks noChangeArrowheads="1"/>
              </p:cNvSpPr>
              <p:nvPr/>
            </p:nvSpPr>
            <p:spPr bwMode="auto">
              <a:xfrm>
                <a:off x="32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5" name="Rectangle 262"/>
              <p:cNvSpPr>
                <a:spLocks noChangeArrowheads="1"/>
              </p:cNvSpPr>
              <p:nvPr/>
            </p:nvSpPr>
            <p:spPr bwMode="auto">
              <a:xfrm>
                <a:off x="32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6" name="Rectangle 263"/>
              <p:cNvSpPr>
                <a:spLocks noChangeArrowheads="1"/>
              </p:cNvSpPr>
              <p:nvPr/>
            </p:nvSpPr>
            <p:spPr bwMode="auto">
              <a:xfrm>
                <a:off x="33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7" name="Rectangle 264"/>
              <p:cNvSpPr>
                <a:spLocks noChangeArrowheads="1"/>
              </p:cNvSpPr>
              <p:nvPr/>
            </p:nvSpPr>
            <p:spPr bwMode="auto">
              <a:xfrm>
                <a:off x="340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8" name="Rectangle 265"/>
              <p:cNvSpPr>
                <a:spLocks noChangeArrowheads="1"/>
              </p:cNvSpPr>
              <p:nvPr/>
            </p:nvSpPr>
            <p:spPr bwMode="auto">
              <a:xfrm>
                <a:off x="345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49" name="Rectangle 266"/>
              <p:cNvSpPr>
                <a:spLocks noChangeArrowheads="1"/>
              </p:cNvSpPr>
              <p:nvPr/>
            </p:nvSpPr>
            <p:spPr bwMode="auto">
              <a:xfrm>
                <a:off x="350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0" name="Rectangle 267"/>
              <p:cNvSpPr>
                <a:spLocks noChangeArrowheads="1"/>
              </p:cNvSpPr>
              <p:nvPr/>
            </p:nvSpPr>
            <p:spPr bwMode="auto">
              <a:xfrm>
                <a:off x="356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1" name="Rectangle 268"/>
              <p:cNvSpPr>
                <a:spLocks noChangeArrowheads="1"/>
              </p:cNvSpPr>
              <p:nvPr/>
            </p:nvSpPr>
            <p:spPr bwMode="auto">
              <a:xfrm>
                <a:off x="36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2" name="Rectangle 269"/>
              <p:cNvSpPr>
                <a:spLocks noChangeArrowheads="1"/>
              </p:cNvSpPr>
              <p:nvPr/>
            </p:nvSpPr>
            <p:spPr bwMode="auto">
              <a:xfrm>
                <a:off x="36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3" name="Rectangle 270"/>
              <p:cNvSpPr>
                <a:spLocks noChangeArrowheads="1"/>
              </p:cNvSpPr>
              <p:nvPr/>
            </p:nvSpPr>
            <p:spPr bwMode="auto">
              <a:xfrm>
                <a:off x="372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4" name="Rectangle 271"/>
              <p:cNvSpPr>
                <a:spLocks noChangeArrowheads="1"/>
              </p:cNvSpPr>
              <p:nvPr/>
            </p:nvSpPr>
            <p:spPr bwMode="auto">
              <a:xfrm>
                <a:off x="377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5" name="Rectangle 272"/>
              <p:cNvSpPr>
                <a:spLocks noChangeArrowheads="1"/>
              </p:cNvSpPr>
              <p:nvPr/>
            </p:nvSpPr>
            <p:spPr bwMode="auto">
              <a:xfrm>
                <a:off x="383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6" name="Rectangle 273"/>
              <p:cNvSpPr>
                <a:spLocks noChangeArrowheads="1"/>
              </p:cNvSpPr>
              <p:nvPr/>
            </p:nvSpPr>
            <p:spPr bwMode="auto">
              <a:xfrm>
                <a:off x="388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7" name="Rectangle 274"/>
              <p:cNvSpPr>
                <a:spLocks noChangeArrowheads="1"/>
              </p:cNvSpPr>
              <p:nvPr/>
            </p:nvSpPr>
            <p:spPr bwMode="auto">
              <a:xfrm>
                <a:off x="39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8" name="Rectangle 275"/>
              <p:cNvSpPr>
                <a:spLocks noChangeArrowheads="1"/>
              </p:cNvSpPr>
              <p:nvPr/>
            </p:nvSpPr>
            <p:spPr bwMode="auto">
              <a:xfrm>
                <a:off x="39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59" name="Rectangle 276"/>
              <p:cNvSpPr>
                <a:spLocks noChangeArrowheads="1"/>
              </p:cNvSpPr>
              <p:nvPr/>
            </p:nvSpPr>
            <p:spPr bwMode="auto">
              <a:xfrm>
                <a:off x="404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0" name="Rectangle 277"/>
              <p:cNvSpPr>
                <a:spLocks noChangeArrowheads="1"/>
              </p:cNvSpPr>
              <p:nvPr/>
            </p:nvSpPr>
            <p:spPr bwMode="auto">
              <a:xfrm>
                <a:off x="4102" y="157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1" name="Rectangle 278"/>
              <p:cNvSpPr>
                <a:spLocks noChangeArrowheads="1"/>
              </p:cNvSpPr>
              <p:nvPr/>
            </p:nvSpPr>
            <p:spPr bwMode="auto">
              <a:xfrm>
                <a:off x="4155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2" name="Rectangle 279"/>
              <p:cNvSpPr>
                <a:spLocks noChangeArrowheads="1"/>
              </p:cNvSpPr>
              <p:nvPr/>
            </p:nvSpPr>
            <p:spPr bwMode="auto">
              <a:xfrm>
                <a:off x="4209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3" name="Rectangle 280"/>
              <p:cNvSpPr>
                <a:spLocks noChangeArrowheads="1"/>
              </p:cNvSpPr>
              <p:nvPr/>
            </p:nvSpPr>
            <p:spPr bwMode="auto">
              <a:xfrm>
                <a:off x="4263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4" name="Rectangle 281"/>
              <p:cNvSpPr>
                <a:spLocks noChangeArrowheads="1"/>
              </p:cNvSpPr>
              <p:nvPr/>
            </p:nvSpPr>
            <p:spPr bwMode="auto">
              <a:xfrm>
                <a:off x="4317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5" name="Rectangle 282"/>
              <p:cNvSpPr>
                <a:spLocks noChangeArrowheads="1"/>
              </p:cNvSpPr>
              <p:nvPr/>
            </p:nvSpPr>
            <p:spPr bwMode="auto">
              <a:xfrm>
                <a:off x="4371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6" name="Rectangle 283"/>
              <p:cNvSpPr>
                <a:spLocks noChangeArrowheads="1"/>
              </p:cNvSpPr>
              <p:nvPr/>
            </p:nvSpPr>
            <p:spPr bwMode="auto">
              <a:xfrm>
                <a:off x="4425" y="157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7" name="Rectangle 284"/>
              <p:cNvSpPr>
                <a:spLocks noChangeArrowheads="1"/>
              </p:cNvSpPr>
              <p:nvPr/>
            </p:nvSpPr>
            <p:spPr bwMode="auto">
              <a:xfrm>
                <a:off x="4478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8" name="Rectangle 285"/>
              <p:cNvSpPr>
                <a:spLocks noChangeArrowheads="1"/>
              </p:cNvSpPr>
              <p:nvPr/>
            </p:nvSpPr>
            <p:spPr bwMode="auto">
              <a:xfrm>
                <a:off x="4532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69" name="Rectangle 286"/>
              <p:cNvSpPr>
                <a:spLocks noChangeArrowheads="1"/>
              </p:cNvSpPr>
              <p:nvPr/>
            </p:nvSpPr>
            <p:spPr bwMode="auto">
              <a:xfrm>
                <a:off x="4586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0" name="Rectangle 287"/>
              <p:cNvSpPr>
                <a:spLocks noChangeArrowheads="1"/>
              </p:cNvSpPr>
              <p:nvPr/>
            </p:nvSpPr>
            <p:spPr bwMode="auto">
              <a:xfrm>
                <a:off x="4640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1" name="Rectangle 288"/>
              <p:cNvSpPr>
                <a:spLocks noChangeArrowheads="1"/>
              </p:cNvSpPr>
              <p:nvPr/>
            </p:nvSpPr>
            <p:spPr bwMode="auto">
              <a:xfrm>
                <a:off x="4694" y="157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2" name="Rectangle 289"/>
              <p:cNvSpPr>
                <a:spLocks noChangeArrowheads="1"/>
              </p:cNvSpPr>
              <p:nvPr/>
            </p:nvSpPr>
            <p:spPr bwMode="auto">
              <a:xfrm>
                <a:off x="9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3" name="Rectangle 290"/>
              <p:cNvSpPr>
                <a:spLocks noChangeArrowheads="1"/>
              </p:cNvSpPr>
              <p:nvPr/>
            </p:nvSpPr>
            <p:spPr bwMode="auto">
              <a:xfrm>
                <a:off x="10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4" name="Rectangle 291"/>
              <p:cNvSpPr>
                <a:spLocks noChangeArrowheads="1"/>
              </p:cNvSpPr>
              <p:nvPr/>
            </p:nvSpPr>
            <p:spPr bwMode="auto">
              <a:xfrm>
                <a:off x="108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5" name="Rectangle 292"/>
              <p:cNvSpPr>
                <a:spLocks noChangeArrowheads="1"/>
              </p:cNvSpPr>
              <p:nvPr/>
            </p:nvSpPr>
            <p:spPr bwMode="auto">
              <a:xfrm>
                <a:off x="114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6" name="Rectangle 293"/>
              <p:cNvSpPr>
                <a:spLocks noChangeArrowheads="1"/>
              </p:cNvSpPr>
              <p:nvPr/>
            </p:nvSpPr>
            <p:spPr bwMode="auto">
              <a:xfrm>
                <a:off x="119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7" name="Rectangle 294"/>
              <p:cNvSpPr>
                <a:spLocks noChangeArrowheads="1"/>
              </p:cNvSpPr>
              <p:nvPr/>
            </p:nvSpPr>
            <p:spPr bwMode="auto">
              <a:xfrm>
                <a:off x="12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8" name="Rectangle 295"/>
              <p:cNvSpPr>
                <a:spLocks noChangeArrowheads="1"/>
              </p:cNvSpPr>
              <p:nvPr/>
            </p:nvSpPr>
            <p:spPr bwMode="auto">
              <a:xfrm>
                <a:off x="13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79" name="Rectangle 296"/>
              <p:cNvSpPr>
                <a:spLocks noChangeArrowheads="1"/>
              </p:cNvSpPr>
              <p:nvPr/>
            </p:nvSpPr>
            <p:spPr bwMode="auto">
              <a:xfrm>
                <a:off x="13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0" name="Rectangle 297"/>
              <p:cNvSpPr>
                <a:spLocks noChangeArrowheads="1"/>
              </p:cNvSpPr>
              <p:nvPr/>
            </p:nvSpPr>
            <p:spPr bwMode="auto">
              <a:xfrm>
                <a:off x="141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1" name="Rectangle 298"/>
              <p:cNvSpPr>
                <a:spLocks noChangeArrowheads="1"/>
              </p:cNvSpPr>
              <p:nvPr/>
            </p:nvSpPr>
            <p:spPr bwMode="auto">
              <a:xfrm>
                <a:off x="146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2" name="Rectangle 299"/>
              <p:cNvSpPr>
                <a:spLocks noChangeArrowheads="1"/>
              </p:cNvSpPr>
              <p:nvPr/>
            </p:nvSpPr>
            <p:spPr bwMode="auto">
              <a:xfrm>
                <a:off x="151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3" name="Rectangle 300"/>
              <p:cNvSpPr>
                <a:spLocks noChangeArrowheads="1"/>
              </p:cNvSpPr>
              <p:nvPr/>
            </p:nvSpPr>
            <p:spPr bwMode="auto">
              <a:xfrm>
                <a:off x="15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4" name="Rectangle 301"/>
              <p:cNvSpPr>
                <a:spLocks noChangeArrowheads="1"/>
              </p:cNvSpPr>
              <p:nvPr/>
            </p:nvSpPr>
            <p:spPr bwMode="auto">
              <a:xfrm>
                <a:off x="16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5" name="Rectangle 302"/>
              <p:cNvSpPr>
                <a:spLocks noChangeArrowheads="1"/>
              </p:cNvSpPr>
              <p:nvPr/>
            </p:nvSpPr>
            <p:spPr bwMode="auto">
              <a:xfrm>
                <a:off x="16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6" name="Rectangle 303"/>
              <p:cNvSpPr>
                <a:spLocks noChangeArrowheads="1"/>
              </p:cNvSpPr>
              <p:nvPr/>
            </p:nvSpPr>
            <p:spPr bwMode="auto">
              <a:xfrm>
                <a:off x="17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7" name="Rectangle 304"/>
              <p:cNvSpPr>
                <a:spLocks noChangeArrowheads="1"/>
              </p:cNvSpPr>
              <p:nvPr/>
            </p:nvSpPr>
            <p:spPr bwMode="auto">
              <a:xfrm>
                <a:off x="178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8" name="Rectangle 305"/>
              <p:cNvSpPr>
                <a:spLocks noChangeArrowheads="1"/>
              </p:cNvSpPr>
              <p:nvPr/>
            </p:nvSpPr>
            <p:spPr bwMode="auto">
              <a:xfrm>
                <a:off x="184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89" name="Rectangle 306"/>
              <p:cNvSpPr>
                <a:spLocks noChangeArrowheads="1"/>
              </p:cNvSpPr>
              <p:nvPr/>
            </p:nvSpPr>
            <p:spPr bwMode="auto">
              <a:xfrm>
                <a:off x="18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0" name="Rectangle 307"/>
              <p:cNvSpPr>
                <a:spLocks noChangeArrowheads="1"/>
              </p:cNvSpPr>
              <p:nvPr/>
            </p:nvSpPr>
            <p:spPr bwMode="auto">
              <a:xfrm>
                <a:off x="19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1" name="Rectangle 308"/>
              <p:cNvSpPr>
                <a:spLocks noChangeArrowheads="1"/>
              </p:cNvSpPr>
              <p:nvPr/>
            </p:nvSpPr>
            <p:spPr bwMode="auto">
              <a:xfrm>
                <a:off x="20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2" name="Rectangle 309"/>
              <p:cNvSpPr>
                <a:spLocks noChangeArrowheads="1"/>
              </p:cNvSpPr>
              <p:nvPr/>
            </p:nvSpPr>
            <p:spPr bwMode="auto">
              <a:xfrm>
                <a:off x="20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3" name="Rectangle 310"/>
              <p:cNvSpPr>
                <a:spLocks noChangeArrowheads="1"/>
              </p:cNvSpPr>
              <p:nvPr/>
            </p:nvSpPr>
            <p:spPr bwMode="auto">
              <a:xfrm>
                <a:off x="211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4" name="Rectangle 311"/>
              <p:cNvSpPr>
                <a:spLocks noChangeArrowheads="1"/>
              </p:cNvSpPr>
              <p:nvPr/>
            </p:nvSpPr>
            <p:spPr bwMode="auto">
              <a:xfrm>
                <a:off x="216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5" name="Rectangle 312"/>
              <p:cNvSpPr>
                <a:spLocks noChangeArrowheads="1"/>
              </p:cNvSpPr>
              <p:nvPr/>
            </p:nvSpPr>
            <p:spPr bwMode="auto">
              <a:xfrm>
                <a:off x="22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6" name="Rectangle 313"/>
              <p:cNvSpPr>
                <a:spLocks noChangeArrowheads="1"/>
              </p:cNvSpPr>
              <p:nvPr/>
            </p:nvSpPr>
            <p:spPr bwMode="auto">
              <a:xfrm>
                <a:off x="22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7" name="Rectangle 314"/>
              <p:cNvSpPr>
                <a:spLocks noChangeArrowheads="1"/>
              </p:cNvSpPr>
              <p:nvPr/>
            </p:nvSpPr>
            <p:spPr bwMode="auto">
              <a:xfrm>
                <a:off x="23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8" name="Rectangle 315"/>
              <p:cNvSpPr>
                <a:spLocks noChangeArrowheads="1"/>
              </p:cNvSpPr>
              <p:nvPr/>
            </p:nvSpPr>
            <p:spPr bwMode="auto">
              <a:xfrm>
                <a:off x="23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099" name="Rectangle 316"/>
              <p:cNvSpPr>
                <a:spLocks noChangeArrowheads="1"/>
              </p:cNvSpPr>
              <p:nvPr/>
            </p:nvSpPr>
            <p:spPr bwMode="auto">
              <a:xfrm>
                <a:off x="24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0" name="Rectangle 317"/>
              <p:cNvSpPr>
                <a:spLocks noChangeArrowheads="1"/>
              </p:cNvSpPr>
              <p:nvPr/>
            </p:nvSpPr>
            <p:spPr bwMode="auto">
              <a:xfrm>
                <a:off x="248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1" name="Rectangle 318"/>
              <p:cNvSpPr>
                <a:spLocks noChangeArrowheads="1"/>
              </p:cNvSpPr>
              <p:nvPr/>
            </p:nvSpPr>
            <p:spPr bwMode="auto">
              <a:xfrm>
                <a:off x="25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2" name="Rectangle 319"/>
              <p:cNvSpPr>
                <a:spLocks noChangeArrowheads="1"/>
              </p:cNvSpPr>
              <p:nvPr/>
            </p:nvSpPr>
            <p:spPr bwMode="auto">
              <a:xfrm>
                <a:off x="25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3" name="Rectangle 320"/>
              <p:cNvSpPr>
                <a:spLocks noChangeArrowheads="1"/>
              </p:cNvSpPr>
              <p:nvPr/>
            </p:nvSpPr>
            <p:spPr bwMode="auto">
              <a:xfrm>
                <a:off x="26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4" name="Rectangle 321"/>
              <p:cNvSpPr>
                <a:spLocks noChangeArrowheads="1"/>
              </p:cNvSpPr>
              <p:nvPr/>
            </p:nvSpPr>
            <p:spPr bwMode="auto">
              <a:xfrm>
                <a:off x="27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5" name="Rectangle 322"/>
              <p:cNvSpPr>
                <a:spLocks noChangeArrowheads="1"/>
              </p:cNvSpPr>
              <p:nvPr/>
            </p:nvSpPr>
            <p:spPr bwMode="auto">
              <a:xfrm>
                <a:off x="27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6" name="Rectangle 323"/>
              <p:cNvSpPr>
                <a:spLocks noChangeArrowheads="1"/>
              </p:cNvSpPr>
              <p:nvPr/>
            </p:nvSpPr>
            <p:spPr bwMode="auto">
              <a:xfrm>
                <a:off x="281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7" name="Rectangle 324"/>
              <p:cNvSpPr>
                <a:spLocks noChangeArrowheads="1"/>
              </p:cNvSpPr>
              <p:nvPr/>
            </p:nvSpPr>
            <p:spPr bwMode="auto">
              <a:xfrm>
                <a:off x="286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8" name="Rectangle 325"/>
              <p:cNvSpPr>
                <a:spLocks noChangeArrowheads="1"/>
              </p:cNvSpPr>
              <p:nvPr/>
            </p:nvSpPr>
            <p:spPr bwMode="auto">
              <a:xfrm>
                <a:off x="29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09" name="Rectangle 326"/>
              <p:cNvSpPr>
                <a:spLocks noChangeArrowheads="1"/>
              </p:cNvSpPr>
              <p:nvPr/>
            </p:nvSpPr>
            <p:spPr bwMode="auto">
              <a:xfrm>
                <a:off x="29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0" name="Rectangle 327"/>
              <p:cNvSpPr>
                <a:spLocks noChangeArrowheads="1"/>
              </p:cNvSpPr>
              <p:nvPr/>
            </p:nvSpPr>
            <p:spPr bwMode="auto">
              <a:xfrm>
                <a:off x="30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1" name="Rectangle 328"/>
              <p:cNvSpPr>
                <a:spLocks noChangeArrowheads="1"/>
              </p:cNvSpPr>
              <p:nvPr/>
            </p:nvSpPr>
            <p:spPr bwMode="auto">
              <a:xfrm>
                <a:off x="30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2" name="Rectangle 329"/>
              <p:cNvSpPr>
                <a:spLocks noChangeArrowheads="1"/>
              </p:cNvSpPr>
              <p:nvPr/>
            </p:nvSpPr>
            <p:spPr bwMode="auto">
              <a:xfrm>
                <a:off x="313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3" name="Rectangle 330"/>
              <p:cNvSpPr>
                <a:spLocks noChangeArrowheads="1"/>
              </p:cNvSpPr>
              <p:nvPr/>
            </p:nvSpPr>
            <p:spPr bwMode="auto">
              <a:xfrm>
                <a:off x="318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4" name="Rectangle 331"/>
              <p:cNvSpPr>
                <a:spLocks noChangeArrowheads="1"/>
              </p:cNvSpPr>
              <p:nvPr/>
            </p:nvSpPr>
            <p:spPr bwMode="auto">
              <a:xfrm>
                <a:off x="32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5" name="Rectangle 332"/>
              <p:cNvSpPr>
                <a:spLocks noChangeArrowheads="1"/>
              </p:cNvSpPr>
              <p:nvPr/>
            </p:nvSpPr>
            <p:spPr bwMode="auto">
              <a:xfrm>
                <a:off x="32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6" name="Rectangle 333"/>
              <p:cNvSpPr>
                <a:spLocks noChangeArrowheads="1"/>
              </p:cNvSpPr>
              <p:nvPr/>
            </p:nvSpPr>
            <p:spPr bwMode="auto">
              <a:xfrm>
                <a:off x="33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7" name="Rectangle 334"/>
              <p:cNvSpPr>
                <a:spLocks noChangeArrowheads="1"/>
              </p:cNvSpPr>
              <p:nvPr/>
            </p:nvSpPr>
            <p:spPr bwMode="auto">
              <a:xfrm>
                <a:off x="340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8" name="Rectangle 335"/>
              <p:cNvSpPr>
                <a:spLocks noChangeArrowheads="1"/>
              </p:cNvSpPr>
              <p:nvPr/>
            </p:nvSpPr>
            <p:spPr bwMode="auto">
              <a:xfrm>
                <a:off x="345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19" name="Rectangle 336"/>
              <p:cNvSpPr>
                <a:spLocks noChangeArrowheads="1"/>
              </p:cNvSpPr>
              <p:nvPr/>
            </p:nvSpPr>
            <p:spPr bwMode="auto">
              <a:xfrm>
                <a:off x="350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0" name="Rectangle 337"/>
              <p:cNvSpPr>
                <a:spLocks noChangeArrowheads="1"/>
              </p:cNvSpPr>
              <p:nvPr/>
            </p:nvSpPr>
            <p:spPr bwMode="auto">
              <a:xfrm>
                <a:off x="356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1" name="Rectangle 338"/>
              <p:cNvSpPr>
                <a:spLocks noChangeArrowheads="1"/>
              </p:cNvSpPr>
              <p:nvPr/>
            </p:nvSpPr>
            <p:spPr bwMode="auto">
              <a:xfrm>
                <a:off x="36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2" name="Rectangle 339"/>
              <p:cNvSpPr>
                <a:spLocks noChangeArrowheads="1"/>
              </p:cNvSpPr>
              <p:nvPr/>
            </p:nvSpPr>
            <p:spPr bwMode="auto">
              <a:xfrm>
                <a:off x="36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3" name="Rectangle 340"/>
              <p:cNvSpPr>
                <a:spLocks noChangeArrowheads="1"/>
              </p:cNvSpPr>
              <p:nvPr/>
            </p:nvSpPr>
            <p:spPr bwMode="auto">
              <a:xfrm>
                <a:off x="372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4" name="Rectangle 341"/>
              <p:cNvSpPr>
                <a:spLocks noChangeArrowheads="1"/>
              </p:cNvSpPr>
              <p:nvPr/>
            </p:nvSpPr>
            <p:spPr bwMode="auto">
              <a:xfrm>
                <a:off x="377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5" name="Rectangle 342"/>
              <p:cNvSpPr>
                <a:spLocks noChangeArrowheads="1"/>
              </p:cNvSpPr>
              <p:nvPr/>
            </p:nvSpPr>
            <p:spPr bwMode="auto">
              <a:xfrm>
                <a:off x="383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6" name="Rectangle 343"/>
              <p:cNvSpPr>
                <a:spLocks noChangeArrowheads="1"/>
              </p:cNvSpPr>
              <p:nvPr/>
            </p:nvSpPr>
            <p:spPr bwMode="auto">
              <a:xfrm>
                <a:off x="388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7" name="Rectangle 344"/>
              <p:cNvSpPr>
                <a:spLocks noChangeArrowheads="1"/>
              </p:cNvSpPr>
              <p:nvPr/>
            </p:nvSpPr>
            <p:spPr bwMode="auto">
              <a:xfrm>
                <a:off x="39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8" name="Rectangle 345"/>
              <p:cNvSpPr>
                <a:spLocks noChangeArrowheads="1"/>
              </p:cNvSpPr>
              <p:nvPr/>
            </p:nvSpPr>
            <p:spPr bwMode="auto">
              <a:xfrm>
                <a:off x="39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29" name="Rectangle 346"/>
              <p:cNvSpPr>
                <a:spLocks noChangeArrowheads="1"/>
              </p:cNvSpPr>
              <p:nvPr/>
            </p:nvSpPr>
            <p:spPr bwMode="auto">
              <a:xfrm>
                <a:off x="404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0" name="Rectangle 347"/>
              <p:cNvSpPr>
                <a:spLocks noChangeArrowheads="1"/>
              </p:cNvSpPr>
              <p:nvPr/>
            </p:nvSpPr>
            <p:spPr bwMode="auto">
              <a:xfrm>
                <a:off x="4102" y="123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1" name="Rectangle 348"/>
              <p:cNvSpPr>
                <a:spLocks noChangeArrowheads="1"/>
              </p:cNvSpPr>
              <p:nvPr/>
            </p:nvSpPr>
            <p:spPr bwMode="auto">
              <a:xfrm>
                <a:off x="4155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2" name="Rectangle 349"/>
              <p:cNvSpPr>
                <a:spLocks noChangeArrowheads="1"/>
              </p:cNvSpPr>
              <p:nvPr/>
            </p:nvSpPr>
            <p:spPr bwMode="auto">
              <a:xfrm>
                <a:off x="4209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3" name="Rectangle 350"/>
              <p:cNvSpPr>
                <a:spLocks noChangeArrowheads="1"/>
              </p:cNvSpPr>
              <p:nvPr/>
            </p:nvSpPr>
            <p:spPr bwMode="auto">
              <a:xfrm>
                <a:off x="4263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4" name="Rectangle 351"/>
              <p:cNvSpPr>
                <a:spLocks noChangeArrowheads="1"/>
              </p:cNvSpPr>
              <p:nvPr/>
            </p:nvSpPr>
            <p:spPr bwMode="auto">
              <a:xfrm>
                <a:off x="4317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5" name="Rectangle 352"/>
              <p:cNvSpPr>
                <a:spLocks noChangeArrowheads="1"/>
              </p:cNvSpPr>
              <p:nvPr/>
            </p:nvSpPr>
            <p:spPr bwMode="auto">
              <a:xfrm>
                <a:off x="4371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6" name="Rectangle 353"/>
              <p:cNvSpPr>
                <a:spLocks noChangeArrowheads="1"/>
              </p:cNvSpPr>
              <p:nvPr/>
            </p:nvSpPr>
            <p:spPr bwMode="auto">
              <a:xfrm>
                <a:off x="4425" y="1232"/>
                <a:ext cx="1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7" name="Rectangle 354"/>
              <p:cNvSpPr>
                <a:spLocks noChangeArrowheads="1"/>
              </p:cNvSpPr>
              <p:nvPr/>
            </p:nvSpPr>
            <p:spPr bwMode="auto">
              <a:xfrm>
                <a:off x="4478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8" name="Rectangle 355"/>
              <p:cNvSpPr>
                <a:spLocks noChangeArrowheads="1"/>
              </p:cNvSpPr>
              <p:nvPr/>
            </p:nvSpPr>
            <p:spPr bwMode="auto">
              <a:xfrm>
                <a:off x="4532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39" name="Rectangle 356"/>
              <p:cNvSpPr>
                <a:spLocks noChangeArrowheads="1"/>
              </p:cNvSpPr>
              <p:nvPr/>
            </p:nvSpPr>
            <p:spPr bwMode="auto">
              <a:xfrm>
                <a:off x="4586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0" name="Rectangle 357"/>
              <p:cNvSpPr>
                <a:spLocks noChangeArrowheads="1"/>
              </p:cNvSpPr>
              <p:nvPr/>
            </p:nvSpPr>
            <p:spPr bwMode="auto">
              <a:xfrm>
                <a:off x="4640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1" name="Rectangle 358"/>
              <p:cNvSpPr>
                <a:spLocks noChangeArrowheads="1"/>
              </p:cNvSpPr>
              <p:nvPr/>
            </p:nvSpPr>
            <p:spPr bwMode="auto">
              <a:xfrm>
                <a:off x="4694" y="1232"/>
                <a:ext cx="1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2" name="Rectangle 359"/>
              <p:cNvSpPr>
                <a:spLocks noChangeArrowheads="1"/>
              </p:cNvSpPr>
              <p:nvPr/>
            </p:nvSpPr>
            <p:spPr bwMode="auto">
              <a:xfrm>
                <a:off x="979" y="1232"/>
                <a:ext cx="3769" cy="1693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3" name="Rectangle 360"/>
              <p:cNvSpPr>
                <a:spLocks noChangeArrowheads="1"/>
              </p:cNvSpPr>
              <p:nvPr/>
            </p:nvSpPr>
            <p:spPr bwMode="auto">
              <a:xfrm>
                <a:off x="979" y="2522"/>
                <a:ext cx="422" cy="403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4" name="Rectangle 361"/>
              <p:cNvSpPr>
                <a:spLocks noChangeArrowheads="1"/>
              </p:cNvSpPr>
              <p:nvPr/>
            </p:nvSpPr>
            <p:spPr bwMode="auto">
              <a:xfrm>
                <a:off x="979" y="2522"/>
                <a:ext cx="422" cy="403"/>
              </a:xfrm>
              <a:prstGeom prst="rect">
                <a:avLst/>
              </a:prstGeom>
              <a:solidFill>
                <a:schemeClr val="accent2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5" name="Rectangle 362"/>
              <p:cNvSpPr>
                <a:spLocks noChangeArrowheads="1"/>
              </p:cNvSpPr>
              <p:nvPr/>
            </p:nvSpPr>
            <p:spPr bwMode="auto">
              <a:xfrm>
                <a:off x="1401" y="2387"/>
                <a:ext cx="413" cy="53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6" name="Rectangle 363"/>
              <p:cNvSpPr>
                <a:spLocks noChangeArrowheads="1"/>
              </p:cNvSpPr>
              <p:nvPr/>
            </p:nvSpPr>
            <p:spPr bwMode="auto">
              <a:xfrm>
                <a:off x="1401" y="2387"/>
                <a:ext cx="413" cy="53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7" name="Rectangle 364"/>
              <p:cNvSpPr>
                <a:spLocks noChangeArrowheads="1"/>
              </p:cNvSpPr>
              <p:nvPr/>
            </p:nvSpPr>
            <p:spPr bwMode="auto">
              <a:xfrm>
                <a:off x="1814" y="2110"/>
                <a:ext cx="421" cy="8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8" name="Rectangle 365"/>
              <p:cNvSpPr>
                <a:spLocks noChangeArrowheads="1"/>
              </p:cNvSpPr>
              <p:nvPr/>
            </p:nvSpPr>
            <p:spPr bwMode="auto">
              <a:xfrm>
                <a:off x="1814" y="2110"/>
                <a:ext cx="421" cy="815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49" name="Rectangle 366"/>
              <p:cNvSpPr>
                <a:spLocks noChangeArrowheads="1"/>
              </p:cNvSpPr>
              <p:nvPr/>
            </p:nvSpPr>
            <p:spPr bwMode="auto">
              <a:xfrm>
                <a:off x="2235" y="2047"/>
                <a:ext cx="422" cy="8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0" name="Rectangle 367"/>
              <p:cNvSpPr>
                <a:spLocks noChangeArrowheads="1"/>
              </p:cNvSpPr>
              <p:nvPr/>
            </p:nvSpPr>
            <p:spPr bwMode="auto">
              <a:xfrm>
                <a:off x="2235" y="2047"/>
                <a:ext cx="422" cy="87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1" name="Rectangle 368"/>
              <p:cNvSpPr>
                <a:spLocks noChangeArrowheads="1"/>
              </p:cNvSpPr>
              <p:nvPr/>
            </p:nvSpPr>
            <p:spPr bwMode="auto">
              <a:xfrm>
                <a:off x="2657" y="1572"/>
                <a:ext cx="413" cy="135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2" name="Rectangle 369"/>
              <p:cNvSpPr>
                <a:spLocks noChangeArrowheads="1"/>
              </p:cNvSpPr>
              <p:nvPr/>
            </p:nvSpPr>
            <p:spPr bwMode="auto">
              <a:xfrm>
                <a:off x="2657" y="1572"/>
                <a:ext cx="413" cy="1353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3" name="Rectangle 370"/>
              <p:cNvSpPr>
                <a:spLocks noChangeArrowheads="1"/>
              </p:cNvSpPr>
              <p:nvPr/>
            </p:nvSpPr>
            <p:spPr bwMode="auto">
              <a:xfrm>
                <a:off x="3070" y="1635"/>
                <a:ext cx="421" cy="129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4" name="Rectangle 371"/>
              <p:cNvSpPr>
                <a:spLocks noChangeArrowheads="1"/>
              </p:cNvSpPr>
              <p:nvPr/>
            </p:nvSpPr>
            <p:spPr bwMode="auto">
              <a:xfrm>
                <a:off x="3070" y="1635"/>
                <a:ext cx="421" cy="1290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5" name="Rectangle 372"/>
              <p:cNvSpPr>
                <a:spLocks noChangeArrowheads="1"/>
              </p:cNvSpPr>
              <p:nvPr/>
            </p:nvSpPr>
            <p:spPr bwMode="auto">
              <a:xfrm>
                <a:off x="3491" y="2047"/>
                <a:ext cx="422" cy="8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6" name="Rectangle 373"/>
              <p:cNvSpPr>
                <a:spLocks noChangeArrowheads="1"/>
              </p:cNvSpPr>
              <p:nvPr/>
            </p:nvSpPr>
            <p:spPr bwMode="auto">
              <a:xfrm>
                <a:off x="3491" y="2047"/>
                <a:ext cx="422" cy="87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7" name="Rectangle 374"/>
              <p:cNvSpPr>
                <a:spLocks noChangeArrowheads="1"/>
              </p:cNvSpPr>
              <p:nvPr/>
            </p:nvSpPr>
            <p:spPr bwMode="auto">
              <a:xfrm>
                <a:off x="3913" y="2181"/>
                <a:ext cx="413" cy="74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8" name="Rectangle 375"/>
              <p:cNvSpPr>
                <a:spLocks noChangeArrowheads="1"/>
              </p:cNvSpPr>
              <p:nvPr/>
            </p:nvSpPr>
            <p:spPr bwMode="auto">
              <a:xfrm>
                <a:off x="3913" y="2181"/>
                <a:ext cx="413" cy="744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59" name="Rectangle 376"/>
              <p:cNvSpPr>
                <a:spLocks noChangeArrowheads="1"/>
              </p:cNvSpPr>
              <p:nvPr/>
            </p:nvSpPr>
            <p:spPr bwMode="auto">
              <a:xfrm>
                <a:off x="4326" y="2387"/>
                <a:ext cx="422" cy="53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60" name="Rectangle 377"/>
              <p:cNvSpPr>
                <a:spLocks noChangeArrowheads="1"/>
              </p:cNvSpPr>
              <p:nvPr/>
            </p:nvSpPr>
            <p:spPr bwMode="auto">
              <a:xfrm>
                <a:off x="4326" y="2387"/>
                <a:ext cx="422" cy="538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endParaRPr lang="en-AU" altLang="en-US" sz="1800">
                  <a:latin typeface="+mn-lt"/>
                </a:endParaRPr>
              </a:p>
            </p:txBody>
          </p:sp>
          <p:sp>
            <p:nvSpPr>
              <p:cNvPr id="84161" name="Line 378"/>
              <p:cNvSpPr>
                <a:spLocks noChangeShapeType="1"/>
              </p:cNvSpPr>
              <p:nvPr/>
            </p:nvSpPr>
            <p:spPr bwMode="auto">
              <a:xfrm>
                <a:off x="979" y="1232"/>
                <a:ext cx="1" cy="169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2" name="Line 379"/>
              <p:cNvSpPr>
                <a:spLocks noChangeShapeType="1"/>
              </p:cNvSpPr>
              <p:nvPr/>
            </p:nvSpPr>
            <p:spPr bwMode="auto">
              <a:xfrm>
                <a:off x="943" y="2925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3" name="Line 380"/>
              <p:cNvSpPr>
                <a:spLocks noChangeShapeType="1"/>
              </p:cNvSpPr>
              <p:nvPr/>
            </p:nvSpPr>
            <p:spPr bwMode="auto">
              <a:xfrm>
                <a:off x="943" y="2584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4" name="Line 381"/>
              <p:cNvSpPr>
                <a:spLocks noChangeShapeType="1"/>
              </p:cNvSpPr>
              <p:nvPr/>
            </p:nvSpPr>
            <p:spPr bwMode="auto">
              <a:xfrm>
                <a:off x="943" y="2244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5" name="Line 382"/>
              <p:cNvSpPr>
                <a:spLocks noChangeShapeType="1"/>
              </p:cNvSpPr>
              <p:nvPr/>
            </p:nvSpPr>
            <p:spPr bwMode="auto">
              <a:xfrm>
                <a:off x="943" y="1913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6" name="Line 383"/>
              <p:cNvSpPr>
                <a:spLocks noChangeShapeType="1"/>
              </p:cNvSpPr>
              <p:nvPr/>
            </p:nvSpPr>
            <p:spPr bwMode="auto">
              <a:xfrm>
                <a:off x="943" y="157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7" name="Line 384"/>
              <p:cNvSpPr>
                <a:spLocks noChangeShapeType="1"/>
              </p:cNvSpPr>
              <p:nvPr/>
            </p:nvSpPr>
            <p:spPr bwMode="auto">
              <a:xfrm>
                <a:off x="943" y="123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8" name="Line 385"/>
              <p:cNvSpPr>
                <a:spLocks noChangeShapeType="1"/>
              </p:cNvSpPr>
              <p:nvPr/>
            </p:nvSpPr>
            <p:spPr bwMode="auto">
              <a:xfrm>
                <a:off x="979" y="2925"/>
                <a:ext cx="3769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69" name="Line 386"/>
              <p:cNvSpPr>
                <a:spLocks noChangeShapeType="1"/>
              </p:cNvSpPr>
              <p:nvPr/>
            </p:nvSpPr>
            <p:spPr bwMode="auto">
              <a:xfrm flipV="1">
                <a:off x="979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0" name="Line 387"/>
              <p:cNvSpPr>
                <a:spLocks noChangeShapeType="1"/>
              </p:cNvSpPr>
              <p:nvPr/>
            </p:nvSpPr>
            <p:spPr bwMode="auto">
              <a:xfrm flipV="1">
                <a:off x="1401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1" name="Line 388"/>
              <p:cNvSpPr>
                <a:spLocks noChangeShapeType="1"/>
              </p:cNvSpPr>
              <p:nvPr/>
            </p:nvSpPr>
            <p:spPr bwMode="auto">
              <a:xfrm flipV="1">
                <a:off x="1814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2" name="Line 389"/>
              <p:cNvSpPr>
                <a:spLocks noChangeShapeType="1"/>
              </p:cNvSpPr>
              <p:nvPr/>
            </p:nvSpPr>
            <p:spPr bwMode="auto">
              <a:xfrm flipV="1">
                <a:off x="2235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3" name="Line 390"/>
              <p:cNvSpPr>
                <a:spLocks noChangeShapeType="1"/>
              </p:cNvSpPr>
              <p:nvPr/>
            </p:nvSpPr>
            <p:spPr bwMode="auto">
              <a:xfrm flipV="1">
                <a:off x="2657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4" name="Line 391"/>
              <p:cNvSpPr>
                <a:spLocks noChangeShapeType="1"/>
              </p:cNvSpPr>
              <p:nvPr/>
            </p:nvSpPr>
            <p:spPr bwMode="auto">
              <a:xfrm flipV="1">
                <a:off x="3070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5" name="Line 392"/>
              <p:cNvSpPr>
                <a:spLocks noChangeShapeType="1"/>
              </p:cNvSpPr>
              <p:nvPr/>
            </p:nvSpPr>
            <p:spPr bwMode="auto">
              <a:xfrm flipV="1">
                <a:off x="3491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6" name="Line 393"/>
              <p:cNvSpPr>
                <a:spLocks noChangeShapeType="1"/>
              </p:cNvSpPr>
              <p:nvPr/>
            </p:nvSpPr>
            <p:spPr bwMode="auto">
              <a:xfrm flipV="1">
                <a:off x="3913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7" name="Line 394"/>
              <p:cNvSpPr>
                <a:spLocks noChangeShapeType="1"/>
              </p:cNvSpPr>
              <p:nvPr/>
            </p:nvSpPr>
            <p:spPr bwMode="auto">
              <a:xfrm flipV="1">
                <a:off x="4326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8" name="Line 395"/>
              <p:cNvSpPr>
                <a:spLocks noChangeShapeType="1"/>
              </p:cNvSpPr>
              <p:nvPr/>
            </p:nvSpPr>
            <p:spPr bwMode="auto">
              <a:xfrm flipV="1">
                <a:off x="4748" y="292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latin typeface="+mn-lt"/>
                </a:endParaRPr>
              </a:p>
            </p:txBody>
          </p:sp>
          <p:sp>
            <p:nvSpPr>
              <p:cNvPr id="84179" name="Rectangle 396"/>
              <p:cNvSpPr>
                <a:spLocks noChangeArrowheads="1"/>
              </p:cNvSpPr>
              <p:nvPr/>
            </p:nvSpPr>
            <p:spPr bwMode="auto">
              <a:xfrm>
                <a:off x="818" y="2844"/>
                <a:ext cx="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0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0" name="Rectangle 397"/>
              <p:cNvSpPr>
                <a:spLocks noChangeArrowheads="1"/>
              </p:cNvSpPr>
              <p:nvPr/>
            </p:nvSpPr>
            <p:spPr bwMode="auto">
              <a:xfrm>
                <a:off x="818" y="2504"/>
                <a:ext cx="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5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1" name="Rectangle 398"/>
              <p:cNvSpPr>
                <a:spLocks noChangeArrowheads="1"/>
              </p:cNvSpPr>
              <p:nvPr/>
            </p:nvSpPr>
            <p:spPr bwMode="auto">
              <a:xfrm>
                <a:off x="746" y="2163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10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2" name="Rectangle 399"/>
              <p:cNvSpPr>
                <a:spLocks noChangeArrowheads="1"/>
              </p:cNvSpPr>
              <p:nvPr/>
            </p:nvSpPr>
            <p:spPr bwMode="auto">
              <a:xfrm>
                <a:off x="746" y="1832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15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3" name="Rectangle 400"/>
              <p:cNvSpPr>
                <a:spLocks noChangeArrowheads="1"/>
              </p:cNvSpPr>
              <p:nvPr/>
            </p:nvSpPr>
            <p:spPr bwMode="auto">
              <a:xfrm>
                <a:off x="746" y="1492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20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4" name="Rectangle 401"/>
              <p:cNvSpPr>
                <a:spLocks noChangeArrowheads="1"/>
              </p:cNvSpPr>
              <p:nvPr/>
            </p:nvSpPr>
            <p:spPr bwMode="auto">
              <a:xfrm>
                <a:off x="746" y="1151"/>
                <a:ext cx="14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25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5" name="Rectangle 402"/>
              <p:cNvSpPr>
                <a:spLocks noChangeArrowheads="1"/>
              </p:cNvSpPr>
              <p:nvPr/>
            </p:nvSpPr>
            <p:spPr bwMode="auto">
              <a:xfrm>
                <a:off x="1024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2.533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6" name="Rectangle 403"/>
              <p:cNvSpPr>
                <a:spLocks noChangeArrowheads="1"/>
              </p:cNvSpPr>
              <p:nvPr/>
            </p:nvSpPr>
            <p:spPr bwMode="auto">
              <a:xfrm>
                <a:off x="1446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2.538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7" name="Rectangle 404"/>
              <p:cNvSpPr>
                <a:spLocks noChangeArrowheads="1"/>
              </p:cNvSpPr>
              <p:nvPr/>
            </p:nvSpPr>
            <p:spPr bwMode="auto">
              <a:xfrm>
                <a:off x="1868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2.543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8" name="Rectangle 405"/>
              <p:cNvSpPr>
                <a:spLocks noChangeArrowheads="1"/>
              </p:cNvSpPr>
              <p:nvPr/>
            </p:nvSpPr>
            <p:spPr bwMode="auto">
              <a:xfrm>
                <a:off x="2280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2.548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89" name="Rectangle 406"/>
              <p:cNvSpPr>
                <a:spLocks noChangeArrowheads="1"/>
              </p:cNvSpPr>
              <p:nvPr/>
            </p:nvSpPr>
            <p:spPr bwMode="auto">
              <a:xfrm>
                <a:off x="2702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2.553</a:t>
                </a:r>
                <a:endParaRPr lang="en-US" altLang="en-US" sz="1800">
                  <a:latin typeface="+mn-lt"/>
                </a:endParaRPr>
              </a:p>
            </p:txBody>
          </p:sp>
          <p:sp>
            <p:nvSpPr>
              <p:cNvPr id="84190" name="Rectangle 407"/>
              <p:cNvSpPr>
                <a:spLocks noChangeArrowheads="1"/>
              </p:cNvSpPr>
              <p:nvPr/>
            </p:nvSpPr>
            <p:spPr bwMode="auto">
              <a:xfrm>
                <a:off x="3124" y="3032"/>
                <a:ext cx="33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2.558</a:t>
                </a:r>
                <a:endParaRPr lang="en-US" altLang="en-US" sz="1800">
                  <a:latin typeface="+mn-lt"/>
                </a:endParaRPr>
              </a:p>
            </p:txBody>
          </p:sp>
        </p:grpSp>
        <p:sp>
          <p:nvSpPr>
            <p:cNvPr id="83986" name="Rectangle 408"/>
            <p:cNvSpPr>
              <a:spLocks noChangeArrowheads="1"/>
            </p:cNvSpPr>
            <p:nvPr/>
          </p:nvSpPr>
          <p:spPr bwMode="auto">
            <a:xfrm>
              <a:off x="3536" y="3032"/>
              <a:ext cx="3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2.563</a:t>
              </a:r>
              <a:endParaRPr lang="en-US" altLang="en-US" sz="1800">
                <a:latin typeface="+mn-lt"/>
              </a:endParaRPr>
            </a:p>
          </p:txBody>
        </p:sp>
        <p:sp>
          <p:nvSpPr>
            <p:cNvPr id="83987" name="Rectangle 409"/>
            <p:cNvSpPr>
              <a:spLocks noChangeArrowheads="1"/>
            </p:cNvSpPr>
            <p:nvPr/>
          </p:nvSpPr>
          <p:spPr bwMode="auto">
            <a:xfrm>
              <a:off x="3958" y="3032"/>
              <a:ext cx="3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2.568</a:t>
              </a:r>
              <a:endParaRPr lang="en-US" altLang="en-US" sz="1800">
                <a:latin typeface="+mn-lt"/>
              </a:endParaRPr>
            </a:p>
          </p:txBody>
        </p:sp>
        <p:sp>
          <p:nvSpPr>
            <p:cNvPr id="83988" name="Rectangle 410"/>
            <p:cNvSpPr>
              <a:spLocks noChangeArrowheads="1"/>
            </p:cNvSpPr>
            <p:nvPr/>
          </p:nvSpPr>
          <p:spPr bwMode="auto">
            <a:xfrm>
              <a:off x="4380" y="3032"/>
              <a:ext cx="3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2.573</a:t>
              </a:r>
              <a:endParaRPr lang="en-US" altLang="en-US" sz="1800">
                <a:latin typeface="+mn-lt"/>
              </a:endParaRPr>
            </a:p>
          </p:txBody>
        </p:sp>
        <p:sp>
          <p:nvSpPr>
            <p:cNvPr id="83989" name="Rectangle 411"/>
            <p:cNvSpPr>
              <a:spLocks noChangeArrowheads="1"/>
            </p:cNvSpPr>
            <p:nvPr/>
          </p:nvSpPr>
          <p:spPr bwMode="auto">
            <a:xfrm>
              <a:off x="1500" y="3265"/>
              <a:ext cx="178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                        Steel weight (kg)</a:t>
              </a:r>
              <a:endParaRPr lang="en-US" altLang="en-US" sz="1800">
                <a:latin typeface="+mn-lt"/>
              </a:endParaRPr>
            </a:p>
          </p:txBody>
        </p:sp>
        <p:sp>
          <p:nvSpPr>
            <p:cNvPr id="83990" name="Rectangle 412"/>
            <p:cNvSpPr>
              <a:spLocks noChangeArrowheads="1"/>
            </p:cNvSpPr>
            <p:nvPr/>
          </p:nvSpPr>
          <p:spPr bwMode="auto">
            <a:xfrm rot="16200000">
              <a:off x="309" y="1973"/>
              <a:ext cx="61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Frequency</a:t>
              </a:r>
              <a:endParaRPr lang="en-US" altLang="en-US" sz="1800" dirty="0">
                <a:latin typeface="+mn-lt"/>
              </a:endParaRPr>
            </a:p>
          </p:txBody>
        </p:sp>
      </p:grpSp>
      <p:sp>
        <p:nvSpPr>
          <p:cNvPr id="83972" name="Line 413"/>
          <p:cNvSpPr>
            <a:spLocks noChangeShapeType="1"/>
          </p:cNvSpPr>
          <p:nvPr/>
        </p:nvSpPr>
        <p:spPr bwMode="auto">
          <a:xfrm flipH="1">
            <a:off x="3110136" y="4038600"/>
            <a:ext cx="609600" cy="609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73" name="Line 414"/>
          <p:cNvSpPr>
            <a:spLocks noChangeShapeType="1"/>
          </p:cNvSpPr>
          <p:nvPr/>
        </p:nvSpPr>
        <p:spPr bwMode="auto">
          <a:xfrm flipV="1">
            <a:off x="3429000" y="3810000"/>
            <a:ext cx="685800" cy="228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74" name="Line 415"/>
          <p:cNvSpPr>
            <a:spLocks noChangeShapeType="1"/>
          </p:cNvSpPr>
          <p:nvPr/>
        </p:nvSpPr>
        <p:spPr bwMode="auto">
          <a:xfrm flipV="1">
            <a:off x="4114800" y="3352800"/>
            <a:ext cx="6096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75" name="Line 416"/>
          <p:cNvSpPr>
            <a:spLocks noChangeShapeType="1"/>
          </p:cNvSpPr>
          <p:nvPr/>
        </p:nvSpPr>
        <p:spPr bwMode="auto">
          <a:xfrm flipV="1">
            <a:off x="4724400" y="3352800"/>
            <a:ext cx="685800" cy="76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76" name="Line 417"/>
          <p:cNvSpPr>
            <a:spLocks noChangeShapeType="1"/>
          </p:cNvSpPr>
          <p:nvPr/>
        </p:nvSpPr>
        <p:spPr bwMode="auto">
          <a:xfrm flipV="1">
            <a:off x="5410200" y="2514600"/>
            <a:ext cx="609600" cy="7620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77" name="Line 418"/>
          <p:cNvSpPr>
            <a:spLocks noChangeShapeType="1"/>
          </p:cNvSpPr>
          <p:nvPr/>
        </p:nvSpPr>
        <p:spPr bwMode="auto">
          <a:xfrm>
            <a:off x="6019800" y="2514600"/>
            <a:ext cx="762000" cy="76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78" name="Line 419"/>
          <p:cNvSpPr>
            <a:spLocks noChangeShapeType="1"/>
          </p:cNvSpPr>
          <p:nvPr/>
        </p:nvSpPr>
        <p:spPr bwMode="auto">
          <a:xfrm>
            <a:off x="6781800" y="2590800"/>
            <a:ext cx="609600" cy="685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79" name="Line 420"/>
          <p:cNvSpPr>
            <a:spLocks noChangeShapeType="1"/>
          </p:cNvSpPr>
          <p:nvPr/>
        </p:nvSpPr>
        <p:spPr bwMode="auto">
          <a:xfrm>
            <a:off x="7391400" y="3276600"/>
            <a:ext cx="685800" cy="228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80" name="Line 421"/>
          <p:cNvSpPr>
            <a:spLocks noChangeShapeType="1"/>
          </p:cNvSpPr>
          <p:nvPr/>
        </p:nvSpPr>
        <p:spPr bwMode="auto">
          <a:xfrm>
            <a:off x="8077200" y="3505200"/>
            <a:ext cx="685800" cy="304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81" name="Line 422"/>
          <p:cNvSpPr>
            <a:spLocks noChangeShapeType="1"/>
          </p:cNvSpPr>
          <p:nvPr/>
        </p:nvSpPr>
        <p:spPr bwMode="auto">
          <a:xfrm>
            <a:off x="8724907" y="3484564"/>
            <a:ext cx="533400" cy="838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3982" name="Title 1"/>
          <p:cNvSpPr txBox="1">
            <a:spLocks/>
          </p:cNvSpPr>
          <p:nvPr/>
        </p:nvSpPr>
        <p:spPr bwMode="auto">
          <a:xfrm>
            <a:off x="3564980" y="1269526"/>
            <a:ext cx="5267325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800" dirty="0"/>
              <a:t>Histogram &amp; Polygon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801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7F966AFA-F49A-473B-850B-742A12AEE6B8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65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84994" name="Picture 5" descr="img4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42058" y="2036472"/>
            <a:ext cx="3273822" cy="340875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4995" name="Picture 8" descr="img44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1" r="5527" b="6348"/>
          <a:stretch/>
        </p:blipFill>
        <p:spPr>
          <a:xfrm>
            <a:off x="5159896" y="1700808"/>
            <a:ext cx="5246370" cy="398145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4996" name="Title 1"/>
          <p:cNvSpPr>
            <a:spLocks noGrp="1"/>
          </p:cNvSpPr>
          <p:nvPr>
            <p:ph type="title"/>
          </p:nvPr>
        </p:nvSpPr>
        <p:spPr>
          <a:xfrm>
            <a:off x="5150742" y="5727850"/>
            <a:ext cx="5265738" cy="725487"/>
          </a:xfrm>
        </p:spPr>
        <p:txBody>
          <a:bodyPr/>
          <a:lstStyle/>
          <a:p>
            <a:r>
              <a:rPr lang="en-US" altLang="en-US" sz="2800" dirty="0">
                <a:latin typeface="+mn-lt"/>
              </a:rPr>
              <a:t>Polygon</a:t>
            </a:r>
          </a:p>
        </p:txBody>
      </p:sp>
      <p:sp>
        <p:nvSpPr>
          <p:cNvPr id="84997" name="Rectangle 2"/>
          <p:cNvSpPr txBox="1">
            <a:spLocks noChangeArrowheads="1"/>
          </p:cNvSpPr>
          <p:nvPr/>
        </p:nvSpPr>
        <p:spPr bwMode="auto">
          <a:xfrm>
            <a:off x="2927649" y="274639"/>
            <a:ext cx="627538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4000" b="1" dirty="0">
                <a:latin typeface="+mj-lt"/>
              </a:rPr>
              <a:t>Example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53200"/>
            <a:ext cx="41275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0F9CD769-99F5-4A94-B816-D82D0B16A12B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66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4008438" y="188914"/>
            <a:ext cx="6202362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>
                <a:latin typeface="+mj-lt"/>
              </a:rPr>
              <a:t>Ogive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1125538"/>
            <a:ext cx="8507413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A plot of the </a:t>
            </a:r>
            <a:r>
              <a:rPr lang="en-US" sz="2800" dirty="0">
                <a:solidFill>
                  <a:srgbClr val="0000FF"/>
                </a:solidFill>
                <a:ea typeface="ＭＳ Ｐゴシック" charset="0"/>
              </a:rPr>
              <a:t>cumulative frequency </a:t>
            </a:r>
            <a:r>
              <a:rPr lang="en-US" sz="2800" dirty="0">
                <a:ea typeface="ＭＳ Ｐゴシック" charset="0"/>
              </a:rPr>
              <a:t>against the </a:t>
            </a:r>
            <a:r>
              <a:rPr lang="en-US" sz="2800" dirty="0">
                <a:solidFill>
                  <a:srgbClr val="0000FF"/>
                </a:solidFill>
                <a:ea typeface="ＭＳ Ｐゴシック" charset="0"/>
              </a:rPr>
              <a:t>upper class boundary</a:t>
            </a:r>
            <a:r>
              <a:rPr lang="en-US" sz="2800" dirty="0">
                <a:ea typeface="ＭＳ Ｐゴシック" charset="0"/>
              </a:rPr>
              <a:t> with the points joined by line segments. </a:t>
            </a:r>
          </a:p>
          <a:p>
            <a:pPr algn="just" eaLnBrk="1" hangingPunct="1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800" dirty="0">
                <a:ea typeface="ＭＳ Ｐゴシック" charset="0"/>
              </a:rPr>
              <a:t>Example: </a:t>
            </a:r>
          </a:p>
        </p:txBody>
      </p:sp>
      <p:graphicFrame>
        <p:nvGraphicFramePr>
          <p:cNvPr id="86020" name="Object 6"/>
          <p:cNvGraphicFramePr>
            <a:graphicFrameLocks noChangeAspect="1"/>
          </p:cNvGraphicFramePr>
          <p:nvPr/>
        </p:nvGraphicFramePr>
        <p:xfrm>
          <a:off x="6151564" y="4835525"/>
          <a:ext cx="20637" cy="2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5400" imgH="25400" progId="Paint.Picture">
                  <p:embed/>
                </p:oleObj>
              </mc:Choice>
              <mc:Fallback>
                <p:oleObj name="Bitmap Image" r:id="rId2" imgW="25400" imgH="25400" progId="Paint.Picture">
                  <p:embed/>
                  <p:pic>
                    <p:nvPicPr>
                      <p:cNvPr id="860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1564" y="4835525"/>
                        <a:ext cx="20637" cy="2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6021" name="Picture 5" descr="Image:Height_distribution_-_putting_it_all_together.PNG">
            <a:hlinkClick r:id="rId4" tooltip="Image:Height_distribution_-_putting_it_all_together.PNG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4" y="2327200"/>
            <a:ext cx="8948737" cy="189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5" descr="Image:Relative_Ogive_Polygon.PNG">
            <a:hlinkClick r:id="rId6" tooltip="Image:Relative_Ogive_Polygon.PNG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4005063"/>
            <a:ext cx="3637392" cy="246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8801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AD156619-71BE-4A60-A54C-33167865BFD5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67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76" y="274639"/>
            <a:ext cx="6130925" cy="70643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Stem-and-Leaf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412876"/>
            <a:ext cx="8496300" cy="4525963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A stem-and-leaf display is an effective and compact way to summarize </a:t>
            </a:r>
            <a:r>
              <a:rPr lang="en-US" altLang="en-US" sz="2800" dirty="0">
                <a:solidFill>
                  <a:srgbClr val="0000FF"/>
                </a:solidFill>
              </a:rPr>
              <a:t>univariate numerical data</a:t>
            </a:r>
            <a:r>
              <a:rPr lang="en-US" altLang="en-US" sz="2800" dirty="0"/>
              <a:t>.</a:t>
            </a:r>
          </a:p>
          <a:p>
            <a:pPr algn="just" eaLnBrk="1" hangingPunct="1"/>
            <a:r>
              <a:rPr lang="en-US" altLang="en-US" sz="2800" dirty="0"/>
              <a:t>Each number in the data set is broken into two pieces, a </a:t>
            </a:r>
            <a:r>
              <a:rPr lang="en-US" altLang="en-US" sz="2800" dirty="0">
                <a:solidFill>
                  <a:srgbClr val="0000FF"/>
                </a:solidFill>
              </a:rPr>
              <a:t>stem</a:t>
            </a:r>
            <a:r>
              <a:rPr lang="en-US" altLang="en-US" sz="2800" dirty="0"/>
              <a:t> and a </a:t>
            </a:r>
            <a:r>
              <a:rPr lang="en-US" altLang="en-US" sz="2800" dirty="0">
                <a:solidFill>
                  <a:srgbClr val="0000FF"/>
                </a:solidFill>
              </a:rPr>
              <a:t>leaf</a:t>
            </a:r>
            <a:r>
              <a:rPr lang="en-US" altLang="en-US" sz="2800" dirty="0"/>
              <a:t>.</a:t>
            </a:r>
          </a:p>
          <a:p>
            <a:pPr algn="just" eaLnBrk="1" hangingPunct="1"/>
            <a:r>
              <a:rPr lang="en-US" altLang="en-US" sz="2800" dirty="0"/>
              <a:t>The </a:t>
            </a:r>
            <a:r>
              <a:rPr lang="en-US" altLang="en-US" sz="2800" b="1" dirty="0"/>
              <a:t>stem</a:t>
            </a:r>
            <a:r>
              <a:rPr lang="en-US" altLang="en-US" sz="2800" dirty="0"/>
              <a:t> is the first part of the number and consists of the beginning digit(s).</a:t>
            </a:r>
          </a:p>
          <a:p>
            <a:pPr algn="just" eaLnBrk="1" hangingPunct="1"/>
            <a:r>
              <a:rPr lang="en-US" altLang="en-US" sz="2800" dirty="0"/>
              <a:t>The </a:t>
            </a:r>
            <a:r>
              <a:rPr lang="en-US" altLang="en-US" sz="2800" b="1" dirty="0"/>
              <a:t>leaf</a:t>
            </a:r>
            <a:r>
              <a:rPr lang="en-US" altLang="en-US" sz="2800" dirty="0"/>
              <a:t> is the last part of the number and consists of the final digit(s).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325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166663F3-0EC8-427C-AC81-ABAB3E5EE9EC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68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4" y="981076"/>
            <a:ext cx="8218487" cy="4525963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latin typeface="+mj-lt"/>
                <a:ea typeface="ＭＳ Ｐゴシック" charset="0"/>
              </a:rPr>
              <a:t>When to use: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latin typeface="+mj-lt"/>
                <a:ea typeface="ＭＳ Ｐゴシック" charset="0"/>
              </a:rPr>
              <a:t>Numerical data sets with a small to moderate number of observations (does not work well for very large data sets)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latin typeface="+mj-lt"/>
                <a:ea typeface="ＭＳ Ｐゴシック" charset="0"/>
              </a:rPr>
              <a:t>How to construct: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latin typeface="+mj-lt"/>
                <a:ea typeface="ＭＳ Ｐゴシック" charset="0"/>
              </a:rPr>
              <a:t>Select one or more leading digits for the stem values. The trailing digits (or sometimes just the first one of the trailing digits) become the leaves.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latin typeface="+mj-lt"/>
                <a:ea typeface="ＭＳ Ｐゴシック" charset="0"/>
              </a:rPr>
              <a:t>List possible stem values in a vertical column.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latin typeface="+mj-lt"/>
                <a:ea typeface="ＭＳ Ｐゴシック" charset="0"/>
              </a:rPr>
              <a:t>Record the leaf for every observation beside the corresponding stem value.</a:t>
            </a:r>
          </a:p>
          <a:p>
            <a:pPr lvl="2" algn="just" eaLnBrk="1" hangingPunct="1">
              <a:buFont typeface="Wingdings" charset="2"/>
              <a:buChar char="§"/>
              <a:defRPr/>
            </a:pPr>
            <a:r>
              <a:rPr lang="en-US" dirty="0">
                <a:latin typeface="+mj-lt"/>
                <a:ea typeface="ＭＳ Ｐゴシック" charset="0"/>
              </a:rPr>
              <a:t>Indicate the units for stems and leaves someplace in the display.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951538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7D55960A-7D54-4CAD-9E08-BA317BAC4BB3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69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528" y="1340768"/>
            <a:ext cx="8362950" cy="338455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What to look for:  </a:t>
            </a:r>
          </a:p>
          <a:p>
            <a:pPr marL="400050" lvl="1" indent="0" eaLnBrk="1" hangingPunct="1">
              <a:buNone/>
            </a:pPr>
            <a:r>
              <a:rPr lang="en-US" altLang="en-US" sz="2400" dirty="0"/>
              <a:t> The display conveys information about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a representative or typical value in the data set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the extent of spread about a  typical value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the presence of any gaps in the data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the extent of symmetry in the distribution of values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dirty="0"/>
              <a:t>the number and location of peaks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0200A586-8288-4DF2-AB22-A94B737D840B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70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90114" name="Picture 2" descr="stemlesson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414" y="1629694"/>
            <a:ext cx="5769525" cy="403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5" name="Rectangle 2"/>
          <p:cNvSpPr txBox="1">
            <a:spLocks noChangeArrowheads="1"/>
          </p:cNvSpPr>
          <p:nvPr/>
        </p:nvSpPr>
        <p:spPr bwMode="auto">
          <a:xfrm>
            <a:off x="3431705" y="260648"/>
            <a:ext cx="54006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4000" b="1" dirty="0">
                <a:latin typeface="+mj-lt"/>
              </a:rPr>
              <a:t>Example</a:t>
            </a:r>
          </a:p>
        </p:txBody>
      </p:sp>
      <p:sp>
        <p:nvSpPr>
          <p:cNvPr id="90116" name="TextBox 1"/>
          <p:cNvSpPr txBox="1">
            <a:spLocks noChangeArrowheads="1"/>
          </p:cNvSpPr>
          <p:nvPr/>
        </p:nvSpPr>
        <p:spPr bwMode="auto">
          <a:xfrm>
            <a:off x="7545504" y="5991672"/>
            <a:ext cx="2942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dirty="0"/>
              <a:t>Stem: tens ; leaf: ones</a:t>
            </a:r>
          </a:p>
        </p:txBody>
      </p:sp>
      <p:sp>
        <p:nvSpPr>
          <p:cNvPr id="3" name="Down Arrow 2"/>
          <p:cNvSpPr>
            <a:spLocks noChangeArrowheads="1"/>
          </p:cNvSpPr>
          <p:nvPr/>
        </p:nvSpPr>
        <p:spPr bwMode="auto">
          <a:xfrm>
            <a:off x="8112225" y="5694139"/>
            <a:ext cx="360363" cy="360362"/>
          </a:xfrm>
          <a:prstGeom prst="down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752923" y="1426915"/>
            <a:ext cx="369500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</a:rPr>
              <a:t>Dataset:</a:t>
            </a:r>
          </a:p>
          <a:p>
            <a:pPr>
              <a:defRPr/>
            </a:pPr>
            <a:r>
              <a:rPr lang="en-US" sz="2400" dirty="0">
                <a:latin typeface="+mn-lt"/>
                <a:ea typeface="+mn-ea"/>
              </a:rPr>
              <a:t>63, 70, 74, 63, 82, 72, 95, 101, 86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>
          <a:xfrm>
            <a:off x="2783632" y="274639"/>
            <a:ext cx="6634162" cy="561975"/>
          </a:xfrm>
        </p:spPr>
        <p:txBody>
          <a:bodyPr/>
          <a:lstStyle/>
          <a:p>
            <a:r>
              <a:rPr lang="en-US" altLang="en-US" sz="4000" b="1" dirty="0"/>
              <a:t>Exercise</a:t>
            </a:r>
          </a:p>
        </p:txBody>
      </p:sp>
      <p:sp>
        <p:nvSpPr>
          <p:cNvPr id="91138" name="Content Placeholder 2"/>
          <p:cNvSpPr>
            <a:spLocks noGrp="1"/>
          </p:cNvSpPr>
          <p:nvPr>
            <p:ph idx="1"/>
          </p:nvPr>
        </p:nvSpPr>
        <p:spPr>
          <a:xfrm>
            <a:off x="1919288" y="1672780"/>
            <a:ext cx="8229600" cy="1900237"/>
          </a:xfrm>
        </p:spPr>
        <p:txBody>
          <a:bodyPr/>
          <a:lstStyle/>
          <a:p>
            <a:pPr marL="514350" indent="-514350">
              <a:buFont typeface="Arial" pitchFamily="34" charset="0"/>
              <a:buAutoNum type="alphaLcParenR"/>
            </a:pPr>
            <a:r>
              <a:rPr lang="en-US" altLang="en-US" sz="2800" dirty="0"/>
              <a:t>Make a stem-and-leaf plot for the following list of numbers:</a:t>
            </a:r>
          </a:p>
          <a:p>
            <a:pPr marL="514350" indent="-514350" algn="ctr">
              <a:buNone/>
            </a:pPr>
            <a:r>
              <a:rPr lang="en-US" altLang="en-US" sz="2800" dirty="0"/>
              <a:t>      2.1, 2.0, 3.2, 3.7, 1.4, 1.5, 2.6</a:t>
            </a:r>
          </a:p>
          <a:p>
            <a:pPr marL="514350" indent="-514350"/>
            <a:endParaRPr lang="en-US" altLang="en-US" sz="2800" dirty="0"/>
          </a:p>
        </p:txBody>
      </p:sp>
      <p:sp>
        <p:nvSpPr>
          <p:cNvPr id="91139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5232400" y="6519864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4B1BAF3A-41BB-450D-B073-96A7729F0AEA}" type="slidenum">
              <a:rPr lang="en-US" altLang="en-US" sz="1200">
                <a:solidFill>
                  <a:schemeClr val="bg1"/>
                </a:solidFill>
              </a:rPr>
              <a:pPr algn="ctr"/>
              <a:t>71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91140" name="Content Placeholder 2"/>
          <p:cNvSpPr txBox="1">
            <a:spLocks/>
          </p:cNvSpPr>
          <p:nvPr/>
        </p:nvSpPr>
        <p:spPr bwMode="auto">
          <a:xfrm>
            <a:off x="1970856" y="3717033"/>
            <a:ext cx="8229600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/>
              <a:t>b) Make a stem-and-leaf plot for the following</a:t>
            </a:r>
          </a:p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/>
              <a:t>     list of numbers:</a:t>
            </a:r>
          </a:p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/>
              <a:t>      </a:t>
            </a:r>
            <a:r>
              <a:rPr lang="cs-CZ" altLang="en-US" sz="2800" dirty="0"/>
              <a:t>23, 19, 28, 45, 36, 47, 48, 50, 51, 13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Solution</a:t>
            </a:r>
          </a:p>
        </p:txBody>
      </p:sp>
      <p:pic>
        <p:nvPicPr>
          <p:cNvPr id="92162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01914" y="2060575"/>
            <a:ext cx="2014537" cy="2592388"/>
          </a:xfrm>
        </p:spPr>
      </p:pic>
      <p:sp>
        <p:nvSpPr>
          <p:cNvPr id="92163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5519738" y="6519864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/>
            <a:fld id="{48094596-6F83-4F4D-9381-A41FB63A174D}" type="slidenum">
              <a:rPr lang="en-US" altLang="en-US" sz="1200">
                <a:solidFill>
                  <a:schemeClr val="bg1"/>
                </a:solidFill>
              </a:rPr>
              <a:pPr algn="ctr"/>
              <a:t>72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92164" name="TextBox 5"/>
          <p:cNvSpPr txBox="1">
            <a:spLocks noChangeArrowheads="1"/>
          </p:cNvSpPr>
          <p:nvPr/>
        </p:nvSpPr>
        <p:spPr bwMode="auto">
          <a:xfrm>
            <a:off x="1919289" y="2060575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altLang="en-US" sz="2800" dirty="0"/>
              <a:t>a) </a:t>
            </a:r>
          </a:p>
        </p:txBody>
      </p:sp>
      <p:sp>
        <p:nvSpPr>
          <p:cNvPr id="92165" name="TextBox 6"/>
          <p:cNvSpPr txBox="1">
            <a:spLocks noChangeArrowheads="1"/>
          </p:cNvSpPr>
          <p:nvPr/>
        </p:nvSpPr>
        <p:spPr bwMode="auto">
          <a:xfrm>
            <a:off x="5808663" y="1968500"/>
            <a:ext cx="5645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altLang="en-US" sz="2800"/>
              <a:t>b) </a:t>
            </a:r>
          </a:p>
        </p:txBody>
      </p:sp>
      <p:pic>
        <p:nvPicPr>
          <p:cNvPr id="9216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64" y="1884364"/>
            <a:ext cx="1982787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0411BBA9-261A-4E86-B2B8-E9BB2C5734E7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73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4358904" y="260351"/>
            <a:ext cx="5697537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>
                <a:latin typeface="+mj-lt"/>
              </a:rPr>
              <a:t>Box Plots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9764" y="1484313"/>
            <a:ext cx="8434387" cy="4525962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Box plots – a method that can summarize data that gives more detail than just a measure of center and spread and yet less detail than a stem-and-leaf display or histogram.</a:t>
            </a:r>
          </a:p>
          <a:p>
            <a:pPr algn="just" eaLnBrk="1" hangingPunct="1"/>
            <a:r>
              <a:rPr lang="en-US" altLang="en-US" sz="2800" dirty="0"/>
              <a:t>It is compact, yet it provides information about center, spread, and symmetry or skewness of the data.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951538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0DFCD4CF-054B-4955-A129-FEA13187C592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74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125538"/>
            <a:ext cx="8291512" cy="4525962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latin typeface="+mj-lt"/>
                <a:ea typeface="ＭＳ Ｐゴシック" charset="0"/>
              </a:rPr>
              <a:t>Box plots graphically display five key statistics of a data set:</a:t>
            </a:r>
          </a:p>
          <a:p>
            <a:pPr lvl="1" algn="just" eaLnBrk="1" hangingPunct="1">
              <a:buFont typeface="Wingdings" charset="2"/>
              <a:buChar char="§"/>
              <a:defRPr/>
            </a:pPr>
            <a:r>
              <a:rPr lang="en-US" sz="2400" dirty="0">
                <a:latin typeface="+mj-lt"/>
                <a:ea typeface="ＭＳ Ｐゴシック" charset="0"/>
              </a:rPr>
              <a:t>Minimum </a:t>
            </a:r>
          </a:p>
          <a:p>
            <a:pPr lvl="1" algn="just" eaLnBrk="1" hangingPunct="1">
              <a:buFont typeface="Wingdings" charset="2"/>
              <a:buChar char="§"/>
              <a:defRPr/>
            </a:pPr>
            <a:r>
              <a:rPr lang="en-US" sz="2400" dirty="0">
                <a:latin typeface="+mj-lt"/>
                <a:ea typeface="ＭＳ Ｐゴシック" charset="0"/>
              </a:rPr>
              <a:t>First quartile</a:t>
            </a:r>
          </a:p>
          <a:p>
            <a:pPr lvl="1" algn="just" eaLnBrk="1" hangingPunct="1">
              <a:buFont typeface="Wingdings" charset="2"/>
              <a:buChar char="§"/>
              <a:defRPr/>
            </a:pPr>
            <a:r>
              <a:rPr lang="en-US" sz="2400" dirty="0">
                <a:latin typeface="+mj-lt"/>
                <a:ea typeface="ＭＳ Ｐゴシック" charset="0"/>
              </a:rPr>
              <a:t>Median</a:t>
            </a:r>
          </a:p>
          <a:p>
            <a:pPr lvl="1" algn="just" eaLnBrk="1" hangingPunct="1">
              <a:buFont typeface="Wingdings" charset="2"/>
              <a:buChar char="§"/>
              <a:defRPr/>
            </a:pPr>
            <a:r>
              <a:rPr lang="en-US" sz="2400" dirty="0">
                <a:latin typeface="+mj-lt"/>
                <a:ea typeface="ＭＳ Ｐゴシック" charset="0"/>
              </a:rPr>
              <a:t>Third quartile</a:t>
            </a:r>
          </a:p>
          <a:p>
            <a:pPr lvl="1" algn="just" eaLnBrk="1" hangingPunct="1">
              <a:buFont typeface="Wingdings" charset="2"/>
              <a:buChar char="§"/>
              <a:defRPr/>
            </a:pPr>
            <a:r>
              <a:rPr lang="en-US" sz="2400" dirty="0">
                <a:latin typeface="+mj-lt"/>
                <a:ea typeface="ＭＳ Ｐゴシック" charset="0"/>
              </a:rPr>
              <a:t>Maximum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latin typeface="+mj-lt"/>
                <a:ea typeface="ＭＳ Ｐゴシック" charset="0"/>
              </a:rPr>
              <a:t>Very useful in identifying the shape of a distribution and outliers in data set.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776" y="274862"/>
            <a:ext cx="6202362" cy="777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4000" b="1" dirty="0"/>
              <a:t>Quartiles</a:t>
            </a:r>
          </a:p>
        </p:txBody>
      </p:sp>
      <p:sp>
        <p:nvSpPr>
          <p:cNvPr id="95234" name="Rectangle 3"/>
          <p:cNvSpPr>
            <a:spLocks noChangeArrowheads="1"/>
          </p:cNvSpPr>
          <p:nvPr/>
        </p:nvSpPr>
        <p:spPr bwMode="auto">
          <a:xfrm>
            <a:off x="1847851" y="1125539"/>
            <a:ext cx="856932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just" eaLnBrk="1" hangingPunct="1"/>
            <a:r>
              <a:rPr lang="en-US" altLang="en-US" sz="2800" dirty="0"/>
              <a:t>Quartiles are the values that divide a list of numbers into quarters.</a:t>
            </a:r>
          </a:p>
          <a:p>
            <a:pPr marL="446088" indent="-263525" algn="just" eaLnBrk="1" hangingPunct="1">
              <a:buFont typeface="Wingdings" pitchFamily="2" charset="2"/>
              <a:buChar char="§"/>
            </a:pPr>
            <a:r>
              <a:rPr lang="en-US" altLang="en-US" b="1" dirty="0"/>
              <a:t>First</a:t>
            </a:r>
            <a:r>
              <a:rPr lang="en-US" altLang="en-US" dirty="0"/>
              <a:t> put the list of numbers in order.</a:t>
            </a:r>
          </a:p>
          <a:p>
            <a:pPr marL="446088" indent="-263525" algn="just" eaLnBrk="1" hangingPunct="1">
              <a:buFont typeface="Wingdings" pitchFamily="2" charset="2"/>
              <a:buChar char="§"/>
            </a:pPr>
            <a:r>
              <a:rPr lang="en-US" altLang="en-US" b="1" dirty="0"/>
              <a:t>Then</a:t>
            </a:r>
            <a:r>
              <a:rPr lang="en-US" altLang="en-US" dirty="0"/>
              <a:t> cut the list into four equal parts.</a:t>
            </a:r>
          </a:p>
          <a:p>
            <a:pPr marL="446088" indent="-263525" algn="just" eaLnBrk="1" hangingPunct="1">
              <a:buFont typeface="Wingdings" pitchFamily="2" charset="2"/>
              <a:buChar char="§"/>
            </a:pPr>
            <a:r>
              <a:rPr lang="en-US" altLang="en-US" dirty="0"/>
              <a:t>The Quartiles are at the "cuts”.</a:t>
            </a:r>
          </a:p>
        </p:txBody>
      </p:sp>
      <p:pic>
        <p:nvPicPr>
          <p:cNvPr id="95235" name="Picture 5" descr="Screen Shot 2015-03-02 at 1.33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448" y="3187641"/>
            <a:ext cx="4967833" cy="31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5664200" y="6519864"/>
            <a:ext cx="611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AAEF198E-4B24-4D3E-9A26-F632F23A0D8D}" type="slidenum">
              <a:rPr lang="en-US" altLang="en-US" sz="1200">
                <a:solidFill>
                  <a:schemeClr val="bg1"/>
                </a:solidFill>
              </a:rPr>
              <a:pPr/>
              <a:t>75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fld id="{CD371CE4-D717-44D6-8C70-10A97E456494}" type="slidenum">
              <a:rPr lang="en-US" altLang="en-US" smtClean="0"/>
              <a:pPr/>
              <a:t>76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47851" y="1125538"/>
            <a:ext cx="8424863" cy="4191000"/>
          </a:xfrm>
        </p:spPr>
        <p:txBody>
          <a:bodyPr/>
          <a:lstStyle/>
          <a:p>
            <a:pPr algn="just" eaLnBrk="1" hangingPunct="1"/>
            <a:r>
              <a:rPr lang="en-US" altLang="en-US" sz="2800" dirty="0"/>
              <a:t>Sort the data set so measurements are in order from lowest to highest,</a:t>
            </a:r>
          </a:p>
          <a:p>
            <a:pPr algn="just" eaLnBrk="1" hangingPunct="1">
              <a:buFontTx/>
              <a:buNone/>
            </a:pPr>
            <a:r>
              <a:rPr lang="en-US" altLang="en-US" sz="2800" dirty="0"/>
              <a:t>		</a:t>
            </a:r>
            <a:r>
              <a:rPr lang="en-US" altLang="en-US" sz="2400" dirty="0"/>
              <a:t>Y[1], Y[2], …. , Y[N]</a:t>
            </a:r>
          </a:p>
          <a:p>
            <a:pPr algn="just" eaLnBrk="1" hangingPunct="1"/>
            <a:r>
              <a:rPr lang="en-US" altLang="en-US" sz="2800" dirty="0"/>
              <a:t>Calculate,</a:t>
            </a:r>
          </a:p>
          <a:p>
            <a:pPr algn="just" eaLnBrk="1" hangingPunct="1"/>
            <a:endParaRPr lang="en-US" altLang="en-US" sz="2800" dirty="0"/>
          </a:p>
          <a:p>
            <a:pPr algn="just" eaLnBrk="1" hangingPunct="1">
              <a:buFont typeface="Arial" pitchFamily="34" charset="0"/>
              <a:buNone/>
            </a:pPr>
            <a:r>
              <a:rPr lang="en-US" altLang="en-US" sz="2800" dirty="0"/>
              <a:t>                                  </a:t>
            </a:r>
            <a:r>
              <a:rPr lang="en-US" altLang="en-US" sz="2400" dirty="0"/>
              <a:t>{</a:t>
            </a:r>
            <a:r>
              <a:rPr lang="en-US" altLang="en-US" sz="2400" dirty="0">
                <a:solidFill>
                  <a:srgbClr val="FF0000"/>
                </a:solidFill>
              </a:rPr>
              <a:t>Note:</a:t>
            </a:r>
            <a:r>
              <a:rPr lang="en-US" altLang="en-US" sz="2400" dirty="0"/>
              <a:t> Q1: P = 25; Q2: P = 50; Q3: P = 75}</a:t>
            </a:r>
          </a:p>
          <a:p>
            <a:pPr algn="just" eaLnBrk="1" hangingPunct="1"/>
            <a:r>
              <a:rPr lang="en-US" altLang="en-US" sz="2800" dirty="0"/>
              <a:t>If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is not an integer, round up to the next highest integer </a:t>
            </a:r>
            <a:r>
              <a:rPr lang="en-US" altLang="en-US" sz="2800" i="1" dirty="0"/>
              <a:t>k</a:t>
            </a:r>
            <a:r>
              <a:rPr lang="en-US" altLang="en-US" sz="2800" dirty="0"/>
              <a:t> and use Y[</a:t>
            </a:r>
            <a:r>
              <a:rPr lang="en-US" altLang="en-US" sz="2800" i="1" dirty="0"/>
              <a:t>k</a:t>
            </a:r>
            <a:r>
              <a:rPr lang="en-US" altLang="en-US" sz="2800" dirty="0"/>
              <a:t>] as the quartile estimate. </a:t>
            </a:r>
          </a:p>
          <a:p>
            <a:pPr algn="just" eaLnBrk="1" hangingPunct="1"/>
            <a:r>
              <a:rPr lang="en-US" altLang="en-US" sz="2800" dirty="0"/>
              <a:t>If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is an integer, use (Y[</a:t>
            </a:r>
            <a:r>
              <a:rPr lang="en-US" altLang="en-US" sz="2800" dirty="0" err="1"/>
              <a:t>i</a:t>
            </a:r>
            <a:r>
              <a:rPr lang="en-US" altLang="en-US" sz="2800" dirty="0"/>
              <a:t>] +Y[</a:t>
            </a:r>
            <a:r>
              <a:rPr lang="en-US" altLang="en-US" sz="2800" i="1" dirty="0"/>
              <a:t>i</a:t>
            </a:r>
            <a:r>
              <a:rPr lang="en-US" altLang="en-US" sz="2800" dirty="0"/>
              <a:t>+1]) ÷ 2 as the quartile estimate. </a:t>
            </a:r>
          </a:p>
        </p:txBody>
      </p:sp>
      <p:graphicFrame>
        <p:nvGraphicFramePr>
          <p:cNvPr id="96259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519937" y="2924944"/>
          <a:ext cx="1367755" cy="743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586" imgH="393529" progId="Equation.3">
                  <p:embed/>
                </p:oleObj>
              </mc:Choice>
              <mc:Fallback>
                <p:oleObj name="Equation" r:id="rId2" imgW="723586" imgH="393529" progId="Equation.3">
                  <p:embed/>
                  <p:pic>
                    <p:nvPicPr>
                      <p:cNvPr id="9625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937" y="2924944"/>
                        <a:ext cx="1367755" cy="743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TextBox 1"/>
          <p:cNvSpPr txBox="1">
            <a:spLocks noChangeArrowheads="1"/>
          </p:cNvSpPr>
          <p:nvPr/>
        </p:nvSpPr>
        <p:spPr bwMode="auto">
          <a:xfrm>
            <a:off x="3791744" y="260648"/>
            <a:ext cx="569553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altLang="en-US" sz="4000" b="1" dirty="0">
                <a:latin typeface="+mj-lt"/>
              </a:rPr>
              <a:t>How To Calculate Quartile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880100" y="6519864"/>
            <a:ext cx="431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C22CDA64-8B4D-4BBE-8066-1C2CD888A818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/>
              <a:t>77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3143673" y="274292"/>
            <a:ext cx="5843587" cy="706437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ea typeface="ＭＳ Ｐゴシック" charset="0"/>
                <a:cs typeface="+mj-cs"/>
              </a:rPr>
              <a:t>Example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3250" y="1340768"/>
            <a:ext cx="8686800" cy="4896520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800" dirty="0"/>
              <a:t>Given set of data: 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2800" dirty="0"/>
              <a:t>12, 4, 6, 11, 9,15, 20, 18, 25, 30.      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800" dirty="0"/>
              <a:t>Calculate 1</a:t>
            </a:r>
            <a:r>
              <a:rPr lang="en-US" altLang="en-US" sz="2800" baseline="30000" dirty="0"/>
              <a:t>st , </a:t>
            </a:r>
            <a:r>
              <a:rPr lang="en-US" altLang="en-US" sz="2800" dirty="0"/>
              <a:t>2</a:t>
            </a:r>
            <a:r>
              <a:rPr lang="en-US" altLang="en-US" sz="2800" baseline="30000" dirty="0"/>
              <a:t>nd </a:t>
            </a:r>
            <a:r>
              <a:rPr lang="en-US" altLang="en-US" sz="2800" dirty="0"/>
              <a:t>and 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 quartile. 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400" u="sng" dirty="0">
              <a:solidFill>
                <a:srgbClr val="008000"/>
              </a:solidFill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u="sng" dirty="0"/>
              <a:t>Solution (</a:t>
            </a:r>
            <a:r>
              <a:rPr lang="en-US" altLang="en-US" sz="2400" u="sng" dirty="0" err="1"/>
              <a:t>i</a:t>
            </a:r>
            <a:r>
              <a:rPr lang="en-US" altLang="en-US" sz="2400" u="sng" dirty="0"/>
              <a:t>):  1</a:t>
            </a:r>
            <a:r>
              <a:rPr lang="en-US" altLang="en-US" sz="2400" u="sng" baseline="30000" dirty="0"/>
              <a:t>st</a:t>
            </a:r>
            <a:r>
              <a:rPr lang="en-US" altLang="en-US" sz="2400" u="sng" dirty="0"/>
              <a:t> quartile (Q1)</a:t>
            </a:r>
          </a:p>
          <a:p>
            <a:pPr marL="182563" indent="-182563" algn="just" eaLnBrk="1" hangingPunct="1">
              <a:lnSpc>
                <a:spcPct val="90000"/>
              </a:lnSpc>
            </a:pPr>
            <a:r>
              <a:rPr lang="en-US" altLang="en-US" sz="2400" dirty="0"/>
              <a:t>Arrange in order:</a:t>
            </a:r>
            <a:r>
              <a:rPr lang="en-US" altLang="en-US" sz="2400" b="1" dirty="0">
                <a:solidFill>
                  <a:schemeClr val="accent2"/>
                </a:solidFill>
              </a:rPr>
              <a:t> 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   4     6     9    11    12    15    18     20     25     30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400" b="1" dirty="0">
              <a:solidFill>
                <a:schemeClr val="accent2"/>
              </a:solidFill>
            </a:endParaRPr>
          </a:p>
          <a:p>
            <a:pPr marL="182563" indent="-182563" algn="just" eaLnBrk="1" hangingPunct="1">
              <a:lnSpc>
                <a:spcPct val="90000"/>
              </a:lnSpc>
            </a:pPr>
            <a:r>
              <a:rPr lang="en-US" altLang="en-US" sz="2400" i="1" dirty="0">
                <a:cs typeface="Times New Roman" pitchFamily="18" charset="0"/>
              </a:rPr>
              <a:t>N </a:t>
            </a:r>
            <a:r>
              <a:rPr lang="en-US" altLang="en-US" sz="2400" dirty="0"/>
              <a:t>= 10,  </a:t>
            </a:r>
            <a:r>
              <a:rPr lang="en-US" altLang="en-US" sz="2400" i="1" dirty="0">
                <a:cs typeface="Times New Roman" pitchFamily="18" charset="0"/>
              </a:rPr>
              <a:t>P </a:t>
            </a:r>
            <a:r>
              <a:rPr lang="en-US" altLang="en-US" sz="2400" dirty="0"/>
              <a:t>= 25 ;  </a:t>
            </a:r>
            <a:r>
              <a:rPr lang="en-US" altLang="en-US" sz="2400" i="1" dirty="0" err="1"/>
              <a:t>i</a:t>
            </a:r>
            <a:r>
              <a:rPr lang="en-US" altLang="en-US" sz="2400" dirty="0"/>
              <a:t> = 25 x 10 </a:t>
            </a:r>
            <a:r>
              <a:rPr lang="en-US" altLang="en-US" sz="2400" dirty="0">
                <a:sym typeface="Symbol" pitchFamily="18" charset="2"/>
              </a:rPr>
              <a:t> 100 = 2.5, k = 3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400" dirty="0">
              <a:sym typeface="Symbol" pitchFamily="18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ym typeface="Symbol" pitchFamily="18" charset="2"/>
              </a:rPr>
              <a:t> Y[3] = 9, .: Q1 = 9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880101" y="6519864"/>
            <a:ext cx="50482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74D84902-7931-4A3F-97D6-282CB21B4B38}" type="slidenum">
              <a:rPr lang="en-US" altLang="en-US" sz="1000">
                <a:solidFill>
                  <a:schemeClr val="bg1"/>
                </a:solidFill>
                <a:latin typeface="Arial" pitchFamily="34" charset="0"/>
              </a:rPr>
              <a:pPr/>
              <a:t>78</a:t>
            </a:fld>
            <a:endParaRPr lang="en-US" altLang="en-US" sz="10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765175"/>
            <a:ext cx="8686800" cy="5754688"/>
          </a:xfrm>
        </p:spPr>
        <p:txBody>
          <a:bodyPr/>
          <a:lstStyle/>
          <a:p>
            <a:pPr marL="457200" indent="-457200" algn="just" eaLnBrk="1" hangingPunct="1">
              <a:lnSpc>
                <a:spcPct val="90000"/>
              </a:lnSpc>
              <a:buNone/>
            </a:pPr>
            <a:r>
              <a:rPr lang="en-US" altLang="en-US" sz="2800" u="sng" dirty="0"/>
              <a:t>Solution (ii):  2</a:t>
            </a:r>
            <a:r>
              <a:rPr lang="en-US" altLang="en-US" sz="2800" u="sng" baseline="30000" dirty="0"/>
              <a:t>nd</a:t>
            </a:r>
            <a:r>
              <a:rPr lang="en-US" altLang="en-US" sz="2800" u="sng" dirty="0"/>
              <a:t> quartile (Q2)</a:t>
            </a:r>
          </a:p>
          <a:p>
            <a:pPr marL="457200" indent="-457200" algn="just" eaLnBrk="1" hangingPunct="1">
              <a:lnSpc>
                <a:spcPct val="90000"/>
              </a:lnSpc>
            </a:pPr>
            <a:r>
              <a:rPr lang="en-US" altLang="en-US" sz="2800" dirty="0"/>
              <a:t>Arrange in order:</a:t>
            </a:r>
            <a:r>
              <a:rPr lang="en-US" altLang="en-US" sz="2800" b="1" dirty="0"/>
              <a:t> </a:t>
            </a:r>
          </a:p>
          <a:p>
            <a:pPr marL="457200" indent="-457200" algn="ctr" eaLnBrk="1" hangingPunct="1">
              <a:lnSpc>
                <a:spcPct val="90000"/>
              </a:lnSpc>
              <a:buNone/>
            </a:pPr>
            <a:r>
              <a:rPr lang="en-US" altLang="en-US" sz="2800" b="1" dirty="0"/>
              <a:t>   4     6     9    11    12    15    18     20     25     30</a:t>
            </a:r>
          </a:p>
          <a:p>
            <a:pPr marL="457200" indent="-457200" algn="just" eaLnBrk="1" hangingPunct="1">
              <a:lnSpc>
                <a:spcPct val="90000"/>
              </a:lnSpc>
              <a:buNone/>
            </a:pPr>
            <a:endParaRPr lang="en-US" altLang="en-US" sz="2800" b="1" dirty="0"/>
          </a:p>
          <a:p>
            <a:pPr marL="457200" indent="-457200" algn="just" eaLnBrk="1" hangingPunct="1">
              <a:lnSpc>
                <a:spcPct val="90000"/>
              </a:lnSpc>
            </a:pPr>
            <a:r>
              <a:rPr lang="en-US" altLang="en-US" sz="2800" i="1" dirty="0">
                <a:cs typeface="Times New Roman" pitchFamily="18" charset="0"/>
              </a:rPr>
              <a:t>N </a:t>
            </a:r>
            <a:r>
              <a:rPr lang="en-US" altLang="en-US" sz="2800" dirty="0"/>
              <a:t>= 10,  </a:t>
            </a:r>
            <a:r>
              <a:rPr lang="en-US" altLang="en-US" sz="2800" i="1" dirty="0">
                <a:cs typeface="Times New Roman" pitchFamily="18" charset="0"/>
              </a:rPr>
              <a:t>P </a:t>
            </a:r>
            <a:r>
              <a:rPr lang="en-US" altLang="en-US" sz="2800" dirty="0"/>
              <a:t>= 50 ; 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= 50 x 10 </a:t>
            </a:r>
            <a:r>
              <a:rPr lang="en-US" altLang="en-US" sz="2800" dirty="0">
                <a:sym typeface="Symbol" pitchFamily="18" charset="2"/>
              </a:rPr>
              <a:t> 100 = 5, k = 5</a:t>
            </a:r>
          </a:p>
          <a:p>
            <a:pPr marL="457200" indent="-457200" algn="just" eaLnBrk="1" hangingPunct="1">
              <a:lnSpc>
                <a:spcPct val="90000"/>
              </a:lnSpc>
              <a:buNone/>
            </a:pPr>
            <a:r>
              <a:rPr lang="en-US" altLang="en-US" sz="2800" dirty="0">
                <a:sym typeface="Symbol" pitchFamily="18" charset="2"/>
              </a:rPr>
              <a:t> (Y[5] + Y[6])  2 = (12 + 15)  2 = 13.5,  .: Q2 = 13.5</a:t>
            </a:r>
          </a:p>
          <a:p>
            <a:pPr marL="457200" indent="-457200" algn="just" eaLnBrk="1" hangingPunct="1">
              <a:lnSpc>
                <a:spcPct val="90000"/>
              </a:lnSpc>
              <a:buNone/>
            </a:pPr>
            <a:endParaRPr lang="en-US" altLang="en-US" u="sng" dirty="0"/>
          </a:p>
          <a:p>
            <a:pPr marL="457200" indent="-457200" algn="just" eaLnBrk="1" hangingPunct="1">
              <a:lnSpc>
                <a:spcPct val="90000"/>
              </a:lnSpc>
              <a:buNone/>
            </a:pPr>
            <a:r>
              <a:rPr lang="en-US" altLang="en-US" u="sng" dirty="0"/>
              <a:t>Solution (iii):  3</a:t>
            </a:r>
            <a:r>
              <a:rPr lang="en-US" altLang="en-US" u="sng" baseline="30000" dirty="0"/>
              <a:t>rd</a:t>
            </a:r>
            <a:r>
              <a:rPr lang="en-US" altLang="en-US" u="sng" dirty="0"/>
              <a:t> quartile (Q3)</a:t>
            </a:r>
          </a:p>
          <a:p>
            <a:pPr marL="457200" indent="-457200" algn="just" eaLnBrk="1" hangingPunct="1">
              <a:lnSpc>
                <a:spcPct val="90000"/>
              </a:lnSpc>
              <a:buNone/>
            </a:pPr>
            <a:endParaRPr lang="en-US" altLang="en-US" b="1" dirty="0"/>
          </a:p>
          <a:p>
            <a:pPr marL="457200" indent="-457200" algn="just" eaLnBrk="1" hangingPunct="1">
              <a:lnSpc>
                <a:spcPct val="90000"/>
              </a:lnSpc>
            </a:pPr>
            <a:r>
              <a:rPr lang="en-US" altLang="en-US" sz="2800" i="1" dirty="0">
                <a:cs typeface="Times New Roman" pitchFamily="18" charset="0"/>
              </a:rPr>
              <a:t>N </a:t>
            </a:r>
            <a:r>
              <a:rPr lang="en-US" altLang="en-US" sz="2800" dirty="0"/>
              <a:t>= 10,  </a:t>
            </a:r>
            <a:r>
              <a:rPr lang="en-US" altLang="en-US" sz="2800" i="1" dirty="0">
                <a:cs typeface="Times New Roman" pitchFamily="18" charset="0"/>
              </a:rPr>
              <a:t>P </a:t>
            </a:r>
            <a:r>
              <a:rPr lang="en-US" altLang="en-US" sz="2800" dirty="0"/>
              <a:t>= 75 ; 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= 75 x 10 </a:t>
            </a:r>
            <a:r>
              <a:rPr lang="en-US" altLang="en-US" sz="2800" dirty="0">
                <a:sym typeface="Symbol" pitchFamily="18" charset="2"/>
              </a:rPr>
              <a:t> 100 = 7.5, k = 8</a:t>
            </a:r>
          </a:p>
          <a:p>
            <a:pPr marL="457200" indent="-457200" algn="just" eaLnBrk="1" hangingPunct="1">
              <a:lnSpc>
                <a:spcPct val="90000"/>
              </a:lnSpc>
              <a:buNone/>
            </a:pPr>
            <a:r>
              <a:rPr lang="en-US" altLang="en-US" sz="2800" dirty="0">
                <a:sym typeface="Symbol" pitchFamily="18" charset="2"/>
              </a:rPr>
              <a:t> Y[8] = 20, .: Q3 = 20</a:t>
            </a:r>
          </a:p>
          <a:p>
            <a:pPr marL="457200" indent="-457200" algn="just" eaLnBrk="1" hangingPunct="1"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29" name="Picture 3" descr="Screen Shot 2015-03-02 at 1.32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1772817"/>
            <a:ext cx="7992888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0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5519739" y="6519864"/>
            <a:ext cx="68262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3D352D10-3398-4F75-9421-FCE6C602C228}" type="slidenum">
              <a:rPr lang="en-US" altLang="en-US" sz="1200">
                <a:solidFill>
                  <a:srgbClr val="FFFFFF"/>
                </a:solidFill>
              </a:rPr>
              <a:pPr/>
              <a:t>79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3119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17DA712F-4150-47F0-9D28-6D29A04D9F5A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80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600201"/>
            <a:ext cx="8291512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2 types of boxplots: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/>
              <a:t>Skeletal boxplot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/>
              <a:t>Modified boxplot</a:t>
            </a:r>
          </a:p>
          <a:p>
            <a:pPr lvl="1" eaLnBrk="1" hangingPunct="1">
              <a:buFont typeface="Arial" pitchFamily="34" charset="0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383338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CD5FC9F5-3107-4D74-9C4E-9CC8E160726B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81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4151314" y="274638"/>
            <a:ext cx="6059487" cy="8509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Skeletal Box Plots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1423988"/>
            <a:ext cx="8642350" cy="4525962"/>
          </a:xfrm>
        </p:spPr>
        <p:txBody>
          <a:bodyPr/>
          <a:lstStyle/>
          <a:p>
            <a:pPr algn="just" eaLnBrk="1" hangingPunct="1"/>
            <a:r>
              <a:rPr lang="en-US" altLang="en-US" sz="2400" dirty="0"/>
              <a:t>Construction of a Skeletal Boxplot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Draw a vertical (or horizontal ) measurement scale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Construct a rectangular box with a lower (or left) edge at the lower quartile and a upper (or right ) edge at the upper quartile.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The box width is then equal to the interquartile range (</a:t>
            </a:r>
            <a:r>
              <a:rPr lang="en-US" altLang="en-US" sz="2400" dirty="0" err="1"/>
              <a:t>iqr</a:t>
            </a:r>
            <a:r>
              <a:rPr lang="en-US" altLang="en-US" sz="2400" dirty="0"/>
              <a:t>)</a:t>
            </a:r>
          </a:p>
          <a:p>
            <a:pPr lvl="1" algn="just" eaLnBrk="1" hangingPunct="1">
              <a:buFont typeface="Arial" pitchFamily="34" charset="0"/>
              <a:buNone/>
            </a:pPr>
            <a:r>
              <a:rPr lang="en-US" altLang="en-US" sz="2400" dirty="0"/>
              <a:t>                </a:t>
            </a:r>
            <a:r>
              <a:rPr lang="en-US" altLang="en-US" sz="2400" dirty="0" err="1"/>
              <a:t>iqr</a:t>
            </a:r>
            <a:r>
              <a:rPr lang="en-US" altLang="en-US" sz="2400" dirty="0"/>
              <a:t> = upper quartile – lower quartile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Draw a </a:t>
            </a:r>
            <a:r>
              <a:rPr lang="en-US" altLang="en-US" sz="2400" dirty="0">
                <a:solidFill>
                  <a:srgbClr val="0000FF"/>
                </a:solidFill>
              </a:rPr>
              <a:t>horizontal</a:t>
            </a:r>
            <a:r>
              <a:rPr lang="en-US" altLang="en-US" sz="2400" dirty="0"/>
              <a:t> (or vertical) line segment inside the box at the location of the </a:t>
            </a:r>
            <a:r>
              <a:rPr lang="en-US" altLang="en-US" sz="2400" dirty="0">
                <a:solidFill>
                  <a:srgbClr val="0000FF"/>
                </a:solidFill>
              </a:rPr>
              <a:t>median</a:t>
            </a:r>
            <a:r>
              <a:rPr lang="en-US" altLang="en-US" sz="2400" dirty="0"/>
              <a:t>.</a:t>
            </a:r>
          </a:p>
          <a:p>
            <a:pPr lvl="1" algn="just" eaLnBrk="1" hangingPunct="1">
              <a:buFont typeface="Wingdings" pitchFamily="2" charset="2"/>
              <a:buChar char="§"/>
            </a:pPr>
            <a:r>
              <a:rPr lang="en-US" altLang="en-US" sz="2400" dirty="0"/>
              <a:t>Extend vertical (or horizontal) line segments, call </a:t>
            </a:r>
            <a:r>
              <a:rPr lang="en-US" altLang="en-US" sz="2400" dirty="0">
                <a:solidFill>
                  <a:srgbClr val="0000FF"/>
                </a:solidFill>
              </a:rPr>
              <a:t>whiskers</a:t>
            </a:r>
            <a:r>
              <a:rPr lang="en-US" altLang="en-US" sz="2400" dirty="0"/>
              <a:t>, from each of the box to the smallest and largest observations in the data set.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FF7DB96B-1BF9-4CED-BAF4-F58BD5A055F7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82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102402" name="Picture 3" descr="skelet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1124744"/>
            <a:ext cx="6122988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3" name="TextBox 1"/>
          <p:cNvSpPr txBox="1">
            <a:spLocks noChangeArrowheads="1"/>
          </p:cNvSpPr>
          <p:nvPr/>
        </p:nvSpPr>
        <p:spPr bwMode="auto">
          <a:xfrm>
            <a:off x="3935414" y="333375"/>
            <a:ext cx="60204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4000" b="1" dirty="0"/>
              <a:t>Example – Skeletal Box plot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32500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C485136E-4575-404C-8F23-8963B52640CB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83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338" y="274638"/>
            <a:ext cx="5986462" cy="8509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sz="4000" b="1" dirty="0">
                <a:latin typeface="+mj-lt"/>
              </a:rPr>
              <a:t>Modified Box Plots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1600201"/>
            <a:ext cx="8435975" cy="4525963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latin typeface="+mj-lt"/>
                <a:ea typeface="ＭＳ Ｐゴシック" charset="0"/>
              </a:rPr>
              <a:t>An observation is an </a:t>
            </a:r>
            <a:r>
              <a:rPr lang="en-US" sz="2800" b="1" dirty="0">
                <a:latin typeface="+mj-lt"/>
                <a:ea typeface="ＭＳ Ｐゴシック" charset="0"/>
              </a:rPr>
              <a:t>outlier</a:t>
            </a:r>
            <a:r>
              <a:rPr lang="en-US" sz="2800" dirty="0">
                <a:latin typeface="+mj-lt"/>
                <a:ea typeface="ＭＳ Ｐゴシック" charset="0"/>
              </a:rPr>
              <a:t> if it is more than 1.5(</a:t>
            </a:r>
            <a:r>
              <a:rPr lang="en-US" sz="2800" dirty="0" err="1">
                <a:latin typeface="+mj-lt"/>
                <a:ea typeface="ＭＳ Ｐゴシック" charset="0"/>
              </a:rPr>
              <a:t>iqr</a:t>
            </a:r>
            <a:r>
              <a:rPr lang="en-US" sz="2800" dirty="0">
                <a:latin typeface="+mj-lt"/>
                <a:ea typeface="ＭＳ Ｐゴシック" charset="0"/>
              </a:rPr>
              <a:t>) away from the nearest quartile (the nearest end of the box)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latin typeface="+mj-lt"/>
                <a:ea typeface="ＭＳ Ｐゴシック" charset="0"/>
              </a:rPr>
              <a:t>An outlier is </a:t>
            </a:r>
            <a:r>
              <a:rPr lang="en-US" sz="2800" b="1" dirty="0">
                <a:latin typeface="+mj-lt"/>
                <a:ea typeface="ＭＳ Ｐゴシック" charset="0"/>
              </a:rPr>
              <a:t>extreme</a:t>
            </a:r>
            <a:r>
              <a:rPr lang="en-US" sz="2800" dirty="0">
                <a:latin typeface="+mj-lt"/>
                <a:ea typeface="ＭＳ Ｐゴシック" charset="0"/>
              </a:rPr>
              <a:t> if it is more than 3(</a:t>
            </a:r>
            <a:r>
              <a:rPr lang="en-US" sz="2800" dirty="0" err="1">
                <a:latin typeface="+mj-lt"/>
                <a:ea typeface="ＭＳ Ｐゴシック" charset="0"/>
              </a:rPr>
              <a:t>iqr</a:t>
            </a:r>
            <a:r>
              <a:rPr lang="en-US" sz="2800" dirty="0">
                <a:latin typeface="+mj-lt"/>
                <a:ea typeface="ＭＳ Ｐゴシック" charset="0"/>
              </a:rPr>
              <a:t>) from the nearest end of the box, and it is </a:t>
            </a:r>
            <a:r>
              <a:rPr lang="en-US" sz="2800" b="1" dirty="0">
                <a:latin typeface="+mj-lt"/>
                <a:ea typeface="ＭＳ Ｐゴシック" charset="0"/>
              </a:rPr>
              <a:t>mild</a:t>
            </a:r>
            <a:r>
              <a:rPr lang="en-US" sz="2800" dirty="0">
                <a:latin typeface="+mj-lt"/>
                <a:ea typeface="ＭＳ Ｐゴシック" charset="0"/>
              </a:rPr>
              <a:t> otherwise.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sz="2800" dirty="0">
                <a:latin typeface="+mj-lt"/>
                <a:ea typeface="ＭＳ Ｐゴシック" charset="0"/>
              </a:rPr>
              <a:t>A modified boxplot represent mild and extreme outliers, and the whiskers extend on each end to the most extreme observations that are not outliers.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>
          <a:xfrm>
            <a:off x="3503712" y="260648"/>
            <a:ext cx="5181600" cy="685800"/>
          </a:xfrm>
        </p:spPr>
        <p:txBody>
          <a:bodyPr/>
          <a:lstStyle/>
          <a:p>
            <a:r>
              <a:rPr lang="en-US" altLang="en-US" sz="4000" b="1" dirty="0"/>
              <a:t>Outliers</a:t>
            </a:r>
          </a:p>
        </p:txBody>
      </p:sp>
      <p:sp>
        <p:nvSpPr>
          <p:cNvPr id="104450" name="Text Placeholder 2"/>
          <p:cNvSpPr>
            <a:spLocks noGrp="1"/>
          </p:cNvSpPr>
          <p:nvPr>
            <p:ph type="body" sz="half" idx="1"/>
          </p:nvPr>
        </p:nvSpPr>
        <p:spPr>
          <a:xfrm>
            <a:off x="1847851" y="1268413"/>
            <a:ext cx="8640763" cy="4191000"/>
          </a:xfrm>
        </p:spPr>
        <p:txBody>
          <a:bodyPr/>
          <a:lstStyle/>
          <a:p>
            <a:pPr algn="just"/>
            <a:r>
              <a:rPr lang="en-US" altLang="en-US" sz="2800" dirty="0"/>
              <a:t>For a modified box plot, the whiskers are the lines that extend from the left and right of the box to the </a:t>
            </a:r>
            <a:r>
              <a:rPr lang="en-US" altLang="en-US" sz="2800" b="1" dirty="0"/>
              <a:t>adjacent values</a:t>
            </a:r>
            <a:r>
              <a:rPr lang="en-US" altLang="en-US" sz="2800" dirty="0"/>
              <a:t>. The adjacent values are defined as the lowest and highest observations that are still inside the region defined by the following limits:</a:t>
            </a:r>
          </a:p>
          <a:p>
            <a:pPr lvl="1" algn="just">
              <a:buFont typeface="Courier New" pitchFamily="49" charset="0"/>
              <a:buChar char="o"/>
            </a:pPr>
            <a:r>
              <a:rPr lang="en-US" altLang="en-US" sz="2400" dirty="0"/>
              <a:t>Lower Limit: Q1 − 1.5 × IQR</a:t>
            </a:r>
          </a:p>
          <a:p>
            <a:pPr lvl="1" algn="just">
              <a:buFont typeface="Courier New" pitchFamily="49" charset="0"/>
              <a:buChar char="o"/>
            </a:pPr>
            <a:r>
              <a:rPr lang="nb-NO" altLang="en-US" sz="2400" dirty="0"/>
              <a:t>Upper Limit: Q3 + 1.5 × IQR</a:t>
            </a:r>
          </a:p>
          <a:p>
            <a:pPr algn="just"/>
            <a:r>
              <a:rPr lang="nb-NO" altLang="en-US" sz="2800" dirty="0"/>
              <a:t>In general, values that fall outside of the adjacent value region are deemed outliers.</a:t>
            </a:r>
          </a:p>
        </p:txBody>
      </p:sp>
      <p:sp>
        <p:nvSpPr>
          <p:cNvPr id="10445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algn="ctr"/>
            <a:fld id="{82843C5D-1B48-40F9-AD01-CD023C48F3A8}" type="slidenum">
              <a:rPr lang="en-US" altLang="en-US" smtClean="0"/>
              <a:pPr algn="ctr"/>
              <a:t>84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Number Placeholder 7"/>
          <p:cNvSpPr>
            <a:spLocks noGrp="1"/>
          </p:cNvSpPr>
          <p:nvPr>
            <p:ph type="sldNum" sz="quarter" idx="12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fld id="{82843C5D-1B48-40F9-AD01-CD023C48F3A8}" type="slidenum">
              <a:rPr lang="en-US" altLang="en-US" smtClean="0"/>
              <a:pPr/>
              <a:t>85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47851" y="1125538"/>
            <a:ext cx="8569325" cy="532779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400" dirty="0">
                <a:ea typeface="ＭＳ Ｐゴシック" charset="0"/>
              </a:rPr>
              <a:t>Construction of a Modified Boxplot:</a:t>
            </a:r>
          </a:p>
          <a:p>
            <a:pPr lvl="2" algn="just" eaLnBrk="1" hangingPunct="1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Draw a vertical (or horizontal) measurement scale</a:t>
            </a:r>
          </a:p>
          <a:p>
            <a:pPr lvl="2" algn="just" eaLnBrk="1" hangingPunct="1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Construct a rectangular box with a lower (or left) edge at the lower quartile and a upper (or right ) edge at the upper quartile.</a:t>
            </a:r>
          </a:p>
          <a:p>
            <a:pPr lvl="2" algn="just" eaLnBrk="1" hangingPunct="1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The box width is then equal to </a:t>
            </a:r>
            <a:r>
              <a:rPr lang="en-US" dirty="0" err="1">
                <a:ea typeface="ＭＳ Ｐゴシック" charset="0"/>
              </a:rPr>
              <a:t>iqr</a:t>
            </a:r>
            <a:r>
              <a:rPr lang="en-US" dirty="0">
                <a:ea typeface="ＭＳ Ｐゴシック" charset="0"/>
              </a:rPr>
              <a:t>.</a:t>
            </a:r>
          </a:p>
          <a:p>
            <a:pPr lvl="2" algn="just" eaLnBrk="1" hangingPunct="1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Draw a horizontal (or vertical) line segment inside the box at the location of the median.</a:t>
            </a:r>
          </a:p>
          <a:p>
            <a:pPr lvl="2" algn="just" eaLnBrk="1" hangingPunct="1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b="1" dirty="0">
                <a:ea typeface="ＭＳ Ｐゴシック" charset="0"/>
              </a:rPr>
              <a:t>Determine if there are any mild or extreme outliers in the data set.</a:t>
            </a:r>
          </a:p>
          <a:p>
            <a:pPr lvl="2" algn="just" eaLnBrk="1" hangingPunct="1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Draw whiskers that extend from each end of the box to the most extreme observation that is not an outlier.</a:t>
            </a:r>
          </a:p>
          <a:p>
            <a:pPr lvl="2" algn="just" eaLnBrk="1" hangingPunct="1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dirty="0">
                <a:ea typeface="ＭＳ Ｐゴシック" charset="0"/>
              </a:rPr>
              <a:t>Draw a  </a:t>
            </a: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+</a:t>
            </a:r>
            <a:r>
              <a:rPr lang="en-US" dirty="0">
                <a:ea typeface="ＭＳ Ｐゴシック" charset="0"/>
              </a:rPr>
              <a:t>   to mark the location if any </a:t>
            </a: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mild outliers or extreme outliers </a:t>
            </a:r>
            <a:r>
              <a:rPr lang="en-US" dirty="0">
                <a:ea typeface="ＭＳ Ｐゴシック" charset="0"/>
              </a:rPr>
              <a:t>in the data set.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24563" y="6553200"/>
            <a:ext cx="1143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l"/>
            <a:fld id="{7F7C5898-43B5-43E5-84CB-43C30FC56AB7}" type="slidenum">
              <a:rPr lang="en-US" altLang="en-US" sz="1000" b="1">
                <a:solidFill>
                  <a:schemeClr val="bg1"/>
                </a:solidFill>
                <a:latin typeface="Arial" pitchFamily="34" charset="0"/>
              </a:rPr>
              <a:pPr algn="l"/>
              <a:t>86</a:t>
            </a:fld>
            <a:endParaRPr lang="en-US" altLang="en-US" sz="1000" b="1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06498" name="TextBox 1"/>
          <p:cNvSpPr txBox="1">
            <a:spLocks noChangeArrowheads="1"/>
          </p:cNvSpPr>
          <p:nvPr/>
        </p:nvSpPr>
        <p:spPr bwMode="auto">
          <a:xfrm>
            <a:off x="7248525" y="3789363"/>
            <a:ext cx="237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/>
              <a:t> </a:t>
            </a:r>
          </a:p>
        </p:txBody>
      </p:sp>
      <p:pic>
        <p:nvPicPr>
          <p:cNvPr id="106499" name="Picture 2" descr="boxplo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6" y="950913"/>
            <a:ext cx="7129463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TextBox 7"/>
          <p:cNvSpPr txBox="1">
            <a:spLocks noChangeArrowheads="1"/>
          </p:cNvSpPr>
          <p:nvPr/>
        </p:nvSpPr>
        <p:spPr bwMode="auto">
          <a:xfrm>
            <a:off x="3935414" y="333375"/>
            <a:ext cx="63026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4000" b="1" dirty="0">
                <a:latin typeface="+mj-lt"/>
              </a:rPr>
              <a:t>Example – Modified Box plot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itle 1"/>
          <p:cNvSpPr>
            <a:spLocks noGrp="1"/>
          </p:cNvSpPr>
          <p:nvPr>
            <p:ph type="title"/>
          </p:nvPr>
        </p:nvSpPr>
        <p:spPr>
          <a:xfrm>
            <a:off x="3575622" y="274639"/>
            <a:ext cx="5112667" cy="561975"/>
          </a:xfrm>
        </p:spPr>
        <p:txBody>
          <a:bodyPr/>
          <a:lstStyle/>
          <a:p>
            <a:r>
              <a:rPr lang="en-US" altLang="en-US" sz="4000" b="1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96976"/>
            <a:ext cx="8229600" cy="2087563"/>
          </a:xfrm>
        </p:spPr>
        <p:txBody>
          <a:bodyPr/>
          <a:lstStyle/>
          <a:p>
            <a:pPr marL="514350" indent="-514350">
              <a:buFont typeface="Arial" charset="0"/>
              <a:buAutoNum type="alphaLcParenR"/>
              <a:defRPr/>
            </a:pPr>
            <a:r>
              <a:rPr lang="en-US" sz="2800" dirty="0">
                <a:ea typeface="ＭＳ Ｐゴシック" charset="0"/>
              </a:rPr>
              <a:t>Draw a box plot for the following set of data.</a:t>
            </a:r>
          </a:p>
          <a:p>
            <a:pPr marL="0" indent="0">
              <a:buNone/>
              <a:defRPr/>
            </a:pPr>
            <a:r>
              <a:rPr lang="en-US" sz="2800" dirty="0">
                <a:ea typeface="ＭＳ Ｐゴシック" charset="0"/>
              </a:rPr>
              <a:t>      Remember to order the data first, if necessary.</a:t>
            </a:r>
          </a:p>
          <a:p>
            <a:pPr marL="0" indent="0" algn="ctr">
              <a:buNone/>
              <a:defRPr/>
            </a:pPr>
            <a:r>
              <a:rPr lang="en-US" sz="2800" dirty="0">
                <a:ea typeface="ＭＳ Ｐゴシック" charset="0"/>
              </a:rPr>
              <a:t>        </a:t>
            </a:r>
            <a:r>
              <a:rPr lang="en-US" dirty="0">
                <a:ea typeface="ＭＳ Ｐゴシック" charset="0"/>
              </a:rPr>
              <a:t>1, 0, 3, 2, 1, 1, 7, 8, 6, 6, 7, 7</a:t>
            </a:r>
          </a:p>
        </p:txBody>
      </p:sp>
      <p:sp>
        <p:nvSpPr>
          <p:cNvPr id="107523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19864"/>
            <a:ext cx="611187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ACFA770-0DC7-4CDE-B27F-174DB34957D6}" type="slidenum">
              <a:rPr lang="en-US" altLang="en-US" sz="1200">
                <a:solidFill>
                  <a:schemeClr val="bg1"/>
                </a:solidFill>
              </a:rPr>
              <a:pPr/>
              <a:t>87</a:t>
            </a:fld>
            <a:endParaRPr lang="en-US" altLang="en-US" sz="12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393D56-E40A-103B-F714-6B6E339B5C0E}"/>
                  </a:ext>
                </a:extLst>
              </p14:cNvPr>
              <p14:cNvContentPartPr/>
              <p14:nvPr/>
            </p14:nvContentPartPr>
            <p14:xfrm>
              <a:off x="1756200" y="2984400"/>
              <a:ext cx="7093080" cy="354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393D56-E40A-103B-F714-6B6E339B5C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6840" y="2975040"/>
                <a:ext cx="7111800" cy="355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itle 1"/>
          <p:cNvSpPr>
            <a:spLocks noGrp="1"/>
          </p:cNvSpPr>
          <p:nvPr>
            <p:ph type="title"/>
          </p:nvPr>
        </p:nvSpPr>
        <p:spPr>
          <a:xfrm>
            <a:off x="3575622" y="274639"/>
            <a:ext cx="5112667" cy="561975"/>
          </a:xfrm>
        </p:spPr>
        <p:txBody>
          <a:bodyPr/>
          <a:lstStyle/>
          <a:p>
            <a:r>
              <a:rPr lang="en-US" altLang="en-US" sz="4000" b="1" dirty="0"/>
              <a:t>Exercise </a:t>
            </a:r>
          </a:p>
        </p:txBody>
      </p:sp>
      <p:sp>
        <p:nvSpPr>
          <p:cNvPr id="107523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19864"/>
            <a:ext cx="611187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ACFA770-0DC7-4CDE-B27F-174DB34957D6}" type="slidenum">
              <a:rPr lang="en-US" altLang="en-US" sz="1200">
                <a:solidFill>
                  <a:schemeClr val="bg1"/>
                </a:solidFill>
              </a:rPr>
              <a:pPr/>
              <a:t>88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07524" name="Content Placeholder 2"/>
          <p:cNvSpPr txBox="1">
            <a:spLocks/>
          </p:cNvSpPr>
          <p:nvPr/>
        </p:nvSpPr>
        <p:spPr bwMode="auto">
          <a:xfrm>
            <a:off x="1847850" y="1052736"/>
            <a:ext cx="8229600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latin typeface="+mn-lt"/>
              </a:rPr>
              <a:t>b)  Draw a box plot for the following set of data.</a:t>
            </a:r>
          </a:p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latin typeface="+mn-lt"/>
              </a:rPr>
              <a:t>      Remember to order the data first, if necessary.</a:t>
            </a:r>
          </a:p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latin typeface="+mn-lt"/>
              </a:rPr>
              <a:t>        </a:t>
            </a:r>
            <a:r>
              <a:rPr lang="hr-HR" altLang="en-US" sz="3200" dirty="0">
                <a:latin typeface="+mn-lt"/>
              </a:rPr>
              <a:t>4.7, 3.8, 3.9, 3.9, 4.6, 4.5, 5</a:t>
            </a:r>
            <a:endParaRPr lang="en-US" alt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32778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itle 1"/>
          <p:cNvSpPr>
            <a:spLocks noGrp="1"/>
          </p:cNvSpPr>
          <p:nvPr>
            <p:ph type="title"/>
          </p:nvPr>
        </p:nvSpPr>
        <p:spPr>
          <a:xfrm>
            <a:off x="3575622" y="274639"/>
            <a:ext cx="5112667" cy="561975"/>
          </a:xfrm>
        </p:spPr>
        <p:txBody>
          <a:bodyPr/>
          <a:lstStyle/>
          <a:p>
            <a:r>
              <a:rPr lang="en-US" altLang="en-US" sz="4000" b="1" dirty="0"/>
              <a:t>Exercise </a:t>
            </a:r>
          </a:p>
        </p:txBody>
      </p:sp>
      <p:sp>
        <p:nvSpPr>
          <p:cNvPr id="107523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19864"/>
            <a:ext cx="611187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ACFA770-0DC7-4CDE-B27F-174DB34957D6}" type="slidenum">
              <a:rPr lang="en-US" altLang="en-US" sz="1200">
                <a:solidFill>
                  <a:schemeClr val="bg1"/>
                </a:solidFill>
              </a:rPr>
              <a:pPr/>
              <a:t>89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07524" name="Content Placeholder 2"/>
          <p:cNvSpPr txBox="1">
            <a:spLocks/>
          </p:cNvSpPr>
          <p:nvPr/>
        </p:nvSpPr>
        <p:spPr bwMode="auto">
          <a:xfrm>
            <a:off x="1847850" y="1052736"/>
            <a:ext cx="8229600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latin typeface="+mn-lt"/>
              </a:rPr>
              <a:t>c)  Draw a skeletal &amp; modified box plot for the following set of data. Remember to order the data first, if necessary.</a:t>
            </a:r>
          </a:p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latin typeface="+mn-lt"/>
              </a:rPr>
              <a:t>        </a:t>
            </a:r>
            <a:r>
              <a:rPr lang="en-MY" altLang="en-US" sz="3200" dirty="0">
                <a:latin typeface="+mn-lt"/>
              </a:rPr>
              <a:t>5,6,12,13,15,18,22,50</a:t>
            </a:r>
            <a:endParaRPr lang="en-US" alt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67439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96B6-8A3F-D29D-8FBF-BE311D4C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697DB-1083-0C28-42A2-A66162C47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0E3CE-BFCE-694F-C42C-21921293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B74A3-F1AC-4E93-98B7-42B60103FDA4}" type="slidenum">
              <a:rPr lang="en-US" altLang="en-US" smtClean="0"/>
              <a:pPr/>
              <a:t>90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11597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>
          <a:xfrm>
            <a:off x="2279576" y="274638"/>
            <a:ext cx="7643812" cy="633412"/>
          </a:xfrm>
        </p:spPr>
        <p:txBody>
          <a:bodyPr/>
          <a:lstStyle/>
          <a:p>
            <a:r>
              <a:rPr lang="en-US" altLang="en-US" sz="4000" b="1" dirty="0"/>
              <a:t>Solution</a:t>
            </a:r>
          </a:p>
        </p:txBody>
      </p:sp>
      <p:pic>
        <p:nvPicPr>
          <p:cNvPr id="108546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51088" y="1773238"/>
            <a:ext cx="2628900" cy="1866900"/>
          </a:xfrm>
        </p:spPr>
      </p:pic>
      <p:sp>
        <p:nvSpPr>
          <p:cNvPr id="108547" name="TextBox 5"/>
          <p:cNvSpPr txBox="1">
            <a:spLocks noChangeArrowheads="1"/>
          </p:cNvSpPr>
          <p:nvPr/>
        </p:nvSpPr>
        <p:spPr bwMode="auto">
          <a:xfrm>
            <a:off x="1919289" y="1754189"/>
            <a:ext cx="5476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altLang="en-US" sz="2800" dirty="0"/>
              <a:t>a) </a:t>
            </a:r>
          </a:p>
        </p:txBody>
      </p:sp>
      <p:sp>
        <p:nvSpPr>
          <p:cNvPr id="108548" name="TextBox 6"/>
          <p:cNvSpPr txBox="1">
            <a:spLocks noChangeArrowheads="1"/>
          </p:cNvSpPr>
          <p:nvPr/>
        </p:nvSpPr>
        <p:spPr bwMode="auto">
          <a:xfrm>
            <a:off x="5822951" y="1720851"/>
            <a:ext cx="56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altLang="en-US" sz="2800"/>
              <a:t>b) </a:t>
            </a:r>
          </a:p>
        </p:txBody>
      </p:sp>
      <p:pic>
        <p:nvPicPr>
          <p:cNvPr id="10854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720850"/>
            <a:ext cx="34798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024564" y="6519864"/>
            <a:ext cx="611187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82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4163</Words>
  <Application>Microsoft Office PowerPoint</Application>
  <PresentationFormat>Widescreen</PresentationFormat>
  <Paragraphs>1281</Paragraphs>
  <Slides>91</Slides>
  <Notes>2</Notes>
  <HiddenSlides>2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91</vt:i4>
      </vt:variant>
    </vt:vector>
  </HeadingPairs>
  <TitlesOfParts>
    <vt:vector size="104" baseType="lpstr">
      <vt:lpstr>MS PGothic</vt:lpstr>
      <vt:lpstr>MS PGothic</vt:lpstr>
      <vt:lpstr>Arial</vt:lpstr>
      <vt:lpstr>Calibri</vt:lpstr>
      <vt:lpstr>Courier New</vt:lpstr>
      <vt:lpstr>Garamond</vt:lpstr>
      <vt:lpstr>Poppins</vt:lpstr>
      <vt:lpstr>Symbol</vt:lpstr>
      <vt:lpstr>Times New Roman</vt:lpstr>
      <vt:lpstr>Wingdings</vt:lpstr>
      <vt:lpstr>Office Theme</vt:lpstr>
      <vt:lpstr>Equation</vt:lpstr>
      <vt:lpstr>Bitmap Image</vt:lpstr>
      <vt:lpstr>PowerPoint Presentation</vt:lpstr>
      <vt:lpstr>PowerPoint Presentation</vt:lpstr>
      <vt:lpstr>Univariate Data Set</vt:lpstr>
      <vt:lpstr>Multivariate Data Set</vt:lpstr>
      <vt:lpstr> Displaying Categorical Data</vt:lpstr>
      <vt:lpstr>Frequency Distribution</vt:lpstr>
      <vt:lpstr>Example</vt:lpstr>
      <vt:lpstr>Example</vt:lpstr>
      <vt:lpstr>Example</vt:lpstr>
      <vt:lpstr>Example</vt:lpstr>
      <vt:lpstr>Example</vt:lpstr>
      <vt:lpstr>Example</vt:lpstr>
      <vt:lpstr>Exercise</vt:lpstr>
      <vt:lpstr>Solution</vt:lpstr>
      <vt:lpstr>Bar Chart</vt:lpstr>
      <vt:lpstr>Example</vt:lpstr>
      <vt:lpstr>Example</vt:lpstr>
      <vt:lpstr>Example</vt:lpstr>
      <vt:lpstr>Example</vt:lpstr>
      <vt:lpstr>Statistical Tools</vt:lpstr>
      <vt:lpstr>Statistical Tools</vt:lpstr>
      <vt:lpstr>Statistical Tools</vt:lpstr>
      <vt:lpstr>Comparative Bar Charts</vt:lpstr>
      <vt:lpstr>Example</vt:lpstr>
      <vt:lpstr>Example</vt:lpstr>
      <vt:lpstr>Pie Charts</vt:lpstr>
      <vt:lpstr>Pie Charts</vt:lpstr>
      <vt:lpstr>Statistical Tools</vt:lpstr>
      <vt:lpstr>Statistical Tools</vt:lpstr>
      <vt:lpstr>Example</vt:lpstr>
      <vt:lpstr>Example</vt:lpstr>
      <vt:lpstr>Example</vt:lpstr>
      <vt:lpstr>Example</vt:lpstr>
      <vt:lpstr>Exercise</vt:lpstr>
      <vt:lpstr>Displaying Numerical Data</vt:lpstr>
      <vt:lpstr>Example</vt:lpstr>
      <vt:lpstr>Example</vt:lpstr>
      <vt:lpstr>Example</vt:lpstr>
      <vt:lpstr>Example</vt:lpstr>
      <vt:lpstr>Frequency Distributions</vt:lpstr>
      <vt:lpstr>Example</vt:lpstr>
      <vt:lpstr>PowerPoint Presentation</vt:lpstr>
      <vt:lpstr>Example</vt:lpstr>
      <vt:lpstr>Example</vt:lpstr>
      <vt:lpstr>Example</vt:lpstr>
      <vt:lpstr>Dotplots</vt:lpstr>
      <vt:lpstr>Dotplots</vt:lpstr>
      <vt:lpstr>Histograms</vt:lpstr>
      <vt:lpstr>Histograms</vt:lpstr>
      <vt:lpstr>How to construct:</vt:lpstr>
      <vt:lpstr>Histograms</vt:lpstr>
      <vt:lpstr>Histograms</vt:lpstr>
      <vt:lpstr>Histograms</vt:lpstr>
      <vt:lpstr>Histograms</vt:lpstr>
      <vt:lpstr>Example: Data of Steel Shaft Weight (kg)</vt:lpstr>
      <vt:lpstr>Calculate the frequency – used tally sheet.</vt:lpstr>
      <vt:lpstr>Calculate the range.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Frequency Polygon</vt:lpstr>
      <vt:lpstr>Example</vt:lpstr>
      <vt:lpstr>Polygon</vt:lpstr>
      <vt:lpstr>Ogive</vt:lpstr>
      <vt:lpstr>Stem-and-Leaf</vt:lpstr>
      <vt:lpstr>PowerPoint Presentation</vt:lpstr>
      <vt:lpstr>PowerPoint Presentation</vt:lpstr>
      <vt:lpstr>PowerPoint Presentation</vt:lpstr>
      <vt:lpstr>Exercise</vt:lpstr>
      <vt:lpstr>Solution</vt:lpstr>
      <vt:lpstr>Box Plots</vt:lpstr>
      <vt:lpstr>PowerPoint Presentation</vt:lpstr>
      <vt:lpstr>Quartiles</vt:lpstr>
      <vt:lpstr>PowerPoint Presentation</vt:lpstr>
      <vt:lpstr>Example</vt:lpstr>
      <vt:lpstr>PowerPoint Presentation</vt:lpstr>
      <vt:lpstr>PowerPoint Presentation</vt:lpstr>
      <vt:lpstr>PowerPoint Presentation</vt:lpstr>
      <vt:lpstr>Skeletal Box Plots</vt:lpstr>
      <vt:lpstr>PowerPoint Presentation</vt:lpstr>
      <vt:lpstr>Modified Box Plots</vt:lpstr>
      <vt:lpstr>Outliers</vt:lpstr>
      <vt:lpstr>PowerPoint Presentation</vt:lpstr>
      <vt:lpstr>PowerPoint Presentation</vt:lpstr>
      <vt:lpstr>Exercise </vt:lpstr>
      <vt:lpstr>Exercise </vt:lpstr>
      <vt:lpstr>Exercise </vt:lpstr>
      <vt:lpstr>PowerPoint Presentation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ROZILAWATI BINTI DOLLAH @ MD. ZAIN</cp:lastModifiedBy>
  <cp:revision>29</cp:revision>
  <cp:lastPrinted>2019-01-24T05:25:58Z</cp:lastPrinted>
  <dcterms:created xsi:type="dcterms:W3CDTF">2019-01-24T05:12:11Z</dcterms:created>
  <dcterms:modified xsi:type="dcterms:W3CDTF">2026-03-26T00:22:52Z</dcterms:modified>
</cp:coreProperties>
</file>